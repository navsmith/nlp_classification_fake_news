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0"/>
  </p:normalViewPr>
  <p:slideViewPr>
    <p:cSldViewPr snapToGrid="0">
      <p:cViewPr varScale="1">
        <p:scale>
          <a:sx n="182" d="100"/>
          <a:sy n="182" d="100"/>
        </p:scale>
        <p:origin x="216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9E6823-BBB4-4649-ACA1-FD955982C351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98832D6-E341-44E6-86E1-177CFEF2F201}">
      <dgm:prSet/>
      <dgm:spPr/>
      <dgm:t>
        <a:bodyPr/>
        <a:lstStyle/>
        <a:p>
          <a:r>
            <a:rPr lang="de-DE"/>
            <a:t>MODEL TESTING &amp; EVALUATION</a:t>
          </a:r>
          <a:endParaRPr lang="en-US"/>
        </a:p>
      </dgm:t>
    </dgm:pt>
    <dgm:pt modelId="{F3857513-F93C-4136-B3AB-A3763836611D}" type="parTrans" cxnId="{0672B353-0F76-467C-9FE2-DA454C40117F}">
      <dgm:prSet/>
      <dgm:spPr/>
      <dgm:t>
        <a:bodyPr/>
        <a:lstStyle/>
        <a:p>
          <a:endParaRPr lang="en-US"/>
        </a:p>
      </dgm:t>
    </dgm:pt>
    <dgm:pt modelId="{2BDE12F8-1208-4957-A733-8F5592DEECD2}" type="sibTrans" cxnId="{0672B353-0F76-467C-9FE2-DA454C40117F}">
      <dgm:prSet/>
      <dgm:spPr/>
      <dgm:t>
        <a:bodyPr/>
        <a:lstStyle/>
        <a:p>
          <a:endParaRPr lang="en-US"/>
        </a:p>
      </dgm:t>
    </dgm:pt>
    <dgm:pt modelId="{7A4882B0-56A5-4085-B1A9-38BFFFB86FE0}">
      <dgm:prSet/>
      <dgm:spPr/>
      <dgm:t>
        <a:bodyPr/>
        <a:lstStyle/>
        <a:p>
          <a:r>
            <a:rPr lang="de-DE"/>
            <a:t>Testing Methodology:</a:t>
          </a:r>
          <a:endParaRPr lang="en-US"/>
        </a:p>
      </dgm:t>
    </dgm:pt>
    <dgm:pt modelId="{CDEC5655-B296-4B8E-9D1E-3D69B2023B02}" type="parTrans" cxnId="{C61BC1F5-0C25-4350-AF9F-C5E3967DBE98}">
      <dgm:prSet/>
      <dgm:spPr/>
      <dgm:t>
        <a:bodyPr/>
        <a:lstStyle/>
        <a:p>
          <a:endParaRPr lang="en-US"/>
        </a:p>
      </dgm:t>
    </dgm:pt>
    <dgm:pt modelId="{7D6A4D91-CEC0-47D7-9502-98FBC3B62FD5}" type="sibTrans" cxnId="{C61BC1F5-0C25-4350-AF9F-C5E3967DBE98}">
      <dgm:prSet/>
      <dgm:spPr/>
      <dgm:t>
        <a:bodyPr/>
        <a:lstStyle/>
        <a:p>
          <a:endParaRPr lang="en-US"/>
        </a:p>
      </dgm:t>
    </dgm:pt>
    <dgm:pt modelId="{A59DA3FE-A863-437E-8969-92B234C89DB2}">
      <dgm:prSet/>
      <dgm:spPr/>
      <dgm:t>
        <a:bodyPr/>
        <a:lstStyle/>
        <a:p>
          <a:r>
            <a:rPr lang="de-DE"/>
            <a:t>• Stratified 80/20 train-test split maintaining label balance</a:t>
          </a:r>
          <a:endParaRPr lang="en-US"/>
        </a:p>
      </dgm:t>
    </dgm:pt>
    <dgm:pt modelId="{ECC3A07C-FF80-499E-871F-65C4CFA3ADB8}" type="parTrans" cxnId="{3E445B49-4207-402F-A1A8-22B515E587B8}">
      <dgm:prSet/>
      <dgm:spPr/>
      <dgm:t>
        <a:bodyPr/>
        <a:lstStyle/>
        <a:p>
          <a:endParaRPr lang="en-US"/>
        </a:p>
      </dgm:t>
    </dgm:pt>
    <dgm:pt modelId="{05624918-4870-418D-9579-4E4B23779831}" type="sibTrans" cxnId="{3E445B49-4207-402F-A1A8-22B515E587B8}">
      <dgm:prSet/>
      <dgm:spPr/>
      <dgm:t>
        <a:bodyPr/>
        <a:lstStyle/>
        <a:p>
          <a:endParaRPr lang="en-US"/>
        </a:p>
      </dgm:t>
    </dgm:pt>
    <dgm:pt modelId="{96093A5C-5E23-4221-B14D-1AB7F1823F06}">
      <dgm:prSet/>
      <dgm:spPr/>
      <dgm:t>
        <a:bodyPr/>
        <a:lstStyle/>
        <a:p>
          <a:r>
            <a:rPr lang="de-DE" dirty="0"/>
            <a:t>• Multiple </a:t>
          </a:r>
          <a:r>
            <a:rPr lang="de-DE" dirty="0" err="1"/>
            <a:t>metrics</a:t>
          </a:r>
          <a:r>
            <a:rPr lang="de-DE" dirty="0"/>
            <a:t>: </a:t>
          </a:r>
          <a:r>
            <a:rPr lang="de-DE" dirty="0" err="1"/>
            <a:t>Accuracy</a:t>
          </a:r>
          <a:r>
            <a:rPr lang="de-DE" dirty="0"/>
            <a:t>, Precision, Recall, F1-Score, ROC AUC</a:t>
          </a:r>
          <a:endParaRPr lang="en-US" dirty="0"/>
        </a:p>
      </dgm:t>
    </dgm:pt>
    <dgm:pt modelId="{3B21538C-EDA9-4109-8BDE-30FDDF3B493E}" type="parTrans" cxnId="{CDF7187C-DA45-41CA-8E95-A0E12DA3CF42}">
      <dgm:prSet/>
      <dgm:spPr/>
      <dgm:t>
        <a:bodyPr/>
        <a:lstStyle/>
        <a:p>
          <a:endParaRPr lang="en-US"/>
        </a:p>
      </dgm:t>
    </dgm:pt>
    <dgm:pt modelId="{082CF5CB-74B9-40D2-BB26-8AE00A88CE81}" type="sibTrans" cxnId="{CDF7187C-DA45-41CA-8E95-A0E12DA3CF42}">
      <dgm:prSet/>
      <dgm:spPr/>
      <dgm:t>
        <a:bodyPr/>
        <a:lstStyle/>
        <a:p>
          <a:endParaRPr lang="en-US"/>
        </a:p>
      </dgm:t>
    </dgm:pt>
    <dgm:pt modelId="{06C9DA8B-A77D-4DD8-BBC9-3B4C7B48A361}">
      <dgm:prSet/>
      <dgm:spPr/>
      <dgm:t>
        <a:bodyPr/>
        <a:lstStyle/>
        <a:p>
          <a:r>
            <a:rPr lang="de-DE"/>
            <a:t>• Compared 4 algorithms: Logistic Regression, Random Forest, Naive Bayes, SVM</a:t>
          </a:r>
          <a:endParaRPr lang="en-US"/>
        </a:p>
      </dgm:t>
    </dgm:pt>
    <dgm:pt modelId="{017FE635-0362-48D6-A9E2-D0DDA7EB2592}" type="parTrans" cxnId="{399ABBA1-035B-4610-B0A4-32D2EF9C842A}">
      <dgm:prSet/>
      <dgm:spPr/>
      <dgm:t>
        <a:bodyPr/>
        <a:lstStyle/>
        <a:p>
          <a:endParaRPr lang="en-US"/>
        </a:p>
      </dgm:t>
    </dgm:pt>
    <dgm:pt modelId="{764B33FB-5B34-4ED4-939E-67913E9C1B75}" type="sibTrans" cxnId="{399ABBA1-035B-4610-B0A4-32D2EF9C842A}">
      <dgm:prSet/>
      <dgm:spPr/>
      <dgm:t>
        <a:bodyPr/>
        <a:lstStyle/>
        <a:p>
          <a:endParaRPr lang="en-US"/>
        </a:p>
      </dgm:t>
    </dgm:pt>
    <dgm:pt modelId="{6E0D60CD-1D1C-4EAC-B479-2BFC36C9CC39}">
      <dgm:prSet/>
      <dgm:spPr/>
      <dgm:t>
        <a:bodyPr/>
        <a:lstStyle/>
        <a:p>
          <a:r>
            <a:rPr lang="de-DE"/>
            <a:t>• Separate validation set with 5,200+ unseen articles</a:t>
          </a:r>
          <a:endParaRPr lang="en-US"/>
        </a:p>
      </dgm:t>
    </dgm:pt>
    <dgm:pt modelId="{362D6102-91B7-4898-9463-3CD49862D1B5}" type="parTrans" cxnId="{691D354A-6CBB-4EB0-8035-9732FCB35EA3}">
      <dgm:prSet/>
      <dgm:spPr/>
      <dgm:t>
        <a:bodyPr/>
        <a:lstStyle/>
        <a:p>
          <a:endParaRPr lang="en-US"/>
        </a:p>
      </dgm:t>
    </dgm:pt>
    <dgm:pt modelId="{30460A10-F924-40E1-9800-72BEF41C4F53}" type="sibTrans" cxnId="{691D354A-6CBB-4EB0-8035-9732FCB35EA3}">
      <dgm:prSet/>
      <dgm:spPr/>
      <dgm:t>
        <a:bodyPr/>
        <a:lstStyle/>
        <a:p>
          <a:endParaRPr lang="en-US"/>
        </a:p>
      </dgm:t>
    </dgm:pt>
    <dgm:pt modelId="{26290C77-B362-4E1B-84F1-D4165E9242F6}">
      <dgm:prSet/>
      <dgm:spPr/>
      <dgm:t>
        <a:bodyPr/>
        <a:lstStyle/>
        <a:p>
          <a:r>
            <a:rPr lang="de-DE"/>
            <a:t>Key Concerns Identified:</a:t>
          </a:r>
          <a:endParaRPr lang="en-US"/>
        </a:p>
      </dgm:t>
    </dgm:pt>
    <dgm:pt modelId="{FFA68D0F-A4E2-43A3-85B0-61DAB8246DDA}" type="parTrans" cxnId="{00725827-6D78-461E-B8DF-7DAB49EE944F}">
      <dgm:prSet/>
      <dgm:spPr/>
      <dgm:t>
        <a:bodyPr/>
        <a:lstStyle/>
        <a:p>
          <a:endParaRPr lang="en-US"/>
        </a:p>
      </dgm:t>
    </dgm:pt>
    <dgm:pt modelId="{014D8730-33A1-4CCE-B373-8D3EB2B92A5A}" type="sibTrans" cxnId="{00725827-6D78-461E-B8DF-7DAB49EE944F}">
      <dgm:prSet/>
      <dgm:spPr/>
      <dgm:t>
        <a:bodyPr/>
        <a:lstStyle/>
        <a:p>
          <a:endParaRPr lang="en-US"/>
        </a:p>
      </dgm:t>
    </dgm:pt>
    <dgm:pt modelId="{A18F6FFF-6E90-4193-91B7-EDD087471677}">
      <dgm:prSet/>
      <dgm:spPr/>
      <dgm:t>
        <a:bodyPr/>
        <a:lstStyle/>
        <a:p>
          <a:r>
            <a:rPr lang="de-DE"/>
            <a:t>• Data leakage: Subject column was perfect predictor - Removed</a:t>
          </a:r>
          <a:endParaRPr lang="en-US"/>
        </a:p>
      </dgm:t>
    </dgm:pt>
    <dgm:pt modelId="{EBDA1745-A390-4EDA-B76B-3B0105639416}" type="parTrans" cxnId="{8AB9EC5E-D65A-44A2-A03D-ED5372F2E3AE}">
      <dgm:prSet/>
      <dgm:spPr/>
      <dgm:t>
        <a:bodyPr/>
        <a:lstStyle/>
        <a:p>
          <a:endParaRPr lang="en-US"/>
        </a:p>
      </dgm:t>
    </dgm:pt>
    <dgm:pt modelId="{A50A7F91-0D0E-476D-A830-8B97CEF63DC9}" type="sibTrans" cxnId="{8AB9EC5E-D65A-44A2-A03D-ED5372F2E3AE}">
      <dgm:prSet/>
      <dgm:spPr/>
      <dgm:t>
        <a:bodyPr/>
        <a:lstStyle/>
        <a:p>
          <a:endParaRPr lang="en-US"/>
        </a:p>
      </dgm:t>
    </dgm:pt>
    <dgm:pt modelId="{18DB1C13-3075-433E-AD17-BDA6C5FBCD7C}">
      <dgm:prSet/>
      <dgm:spPr/>
      <dgm:t>
        <a:bodyPr/>
        <a:lstStyle/>
        <a:p>
          <a:r>
            <a:rPr lang="de-DE"/>
            <a:t>• Suspiciously high accuracy (98%+) indicating potential overfitting</a:t>
          </a:r>
          <a:endParaRPr lang="en-US"/>
        </a:p>
      </dgm:t>
    </dgm:pt>
    <dgm:pt modelId="{ABF25C64-B29A-4DBB-98E0-5DA5D375EEA9}" type="parTrans" cxnId="{7ABEF60B-88B2-4BB9-B4A5-971DDCBFD8D6}">
      <dgm:prSet/>
      <dgm:spPr/>
      <dgm:t>
        <a:bodyPr/>
        <a:lstStyle/>
        <a:p>
          <a:endParaRPr lang="en-US"/>
        </a:p>
      </dgm:t>
    </dgm:pt>
    <dgm:pt modelId="{BFCA41BF-7352-40C0-95E0-EEB7DFFDEF40}" type="sibTrans" cxnId="{7ABEF60B-88B2-4BB9-B4A5-971DDCBFD8D6}">
      <dgm:prSet/>
      <dgm:spPr/>
      <dgm:t>
        <a:bodyPr/>
        <a:lstStyle/>
        <a:p>
          <a:endParaRPr lang="en-US"/>
        </a:p>
      </dgm:t>
    </dgm:pt>
    <dgm:pt modelId="{326F53C0-9571-47CF-A07A-F7E54F0621D1}">
      <dgm:prSet/>
      <dgm:spPr/>
      <dgm:t>
        <a:bodyPr/>
        <a:lstStyle/>
        <a:p>
          <a:r>
            <a:rPr lang="de-DE"/>
            <a:t>• TF-IDF may learn keyword patterns vs semantic understanding</a:t>
          </a:r>
          <a:endParaRPr lang="en-US"/>
        </a:p>
      </dgm:t>
    </dgm:pt>
    <dgm:pt modelId="{7E8C10FF-9B99-46FD-97C4-2CDCE8291BB8}" type="parTrans" cxnId="{9274A7FF-CA7E-4651-9D60-B11CFB532BBF}">
      <dgm:prSet/>
      <dgm:spPr/>
      <dgm:t>
        <a:bodyPr/>
        <a:lstStyle/>
        <a:p>
          <a:endParaRPr lang="en-US"/>
        </a:p>
      </dgm:t>
    </dgm:pt>
    <dgm:pt modelId="{B8785F64-3BAF-4AF6-9670-64C6EBD14566}" type="sibTrans" cxnId="{9274A7FF-CA7E-4651-9D60-B11CFB532BBF}">
      <dgm:prSet/>
      <dgm:spPr/>
      <dgm:t>
        <a:bodyPr/>
        <a:lstStyle/>
        <a:p>
          <a:endParaRPr lang="en-US"/>
        </a:p>
      </dgm:t>
    </dgm:pt>
    <dgm:pt modelId="{6A657EBA-748B-46E7-A827-0B9FA8C24B86}">
      <dgm:prSet/>
      <dgm:spPr/>
      <dgm:t>
        <a:bodyPr/>
        <a:lstStyle/>
        <a:p>
          <a:r>
            <a:rPr lang="de-DE"/>
            <a:t>• Vulnerability to adversarial attacks through keyword manipulation</a:t>
          </a:r>
          <a:endParaRPr lang="en-US"/>
        </a:p>
      </dgm:t>
    </dgm:pt>
    <dgm:pt modelId="{8999E8DA-3FB0-4697-8E34-5CE1A037C925}" type="parTrans" cxnId="{A8E32BEB-258B-4C98-A7CF-1F6F748A0A0F}">
      <dgm:prSet/>
      <dgm:spPr/>
      <dgm:t>
        <a:bodyPr/>
        <a:lstStyle/>
        <a:p>
          <a:endParaRPr lang="en-US"/>
        </a:p>
      </dgm:t>
    </dgm:pt>
    <dgm:pt modelId="{9B395899-E69F-4DFB-9F7C-E590B0914D10}" type="sibTrans" cxnId="{A8E32BEB-258B-4C98-A7CF-1F6F748A0A0F}">
      <dgm:prSet/>
      <dgm:spPr/>
      <dgm:t>
        <a:bodyPr/>
        <a:lstStyle/>
        <a:p>
          <a:endParaRPr lang="en-US"/>
        </a:p>
      </dgm:t>
    </dgm:pt>
    <dgm:pt modelId="{42D663E7-6931-453A-A783-CDE4DC68E25B}">
      <dgm:prSet/>
      <dgm:spPr/>
      <dgm:t>
        <a:bodyPr/>
        <a:lstStyle/>
        <a:p>
          <a:r>
            <a:rPr lang="de-DE"/>
            <a:t>Deployment Status:</a:t>
          </a:r>
          <a:endParaRPr lang="en-US"/>
        </a:p>
      </dgm:t>
    </dgm:pt>
    <dgm:pt modelId="{645E91CA-3FC0-4048-AB3F-F582FD094BD8}" type="parTrans" cxnId="{2319D325-F774-462B-B229-C1D7DDD0A8B8}">
      <dgm:prSet/>
      <dgm:spPr/>
      <dgm:t>
        <a:bodyPr/>
        <a:lstStyle/>
        <a:p>
          <a:endParaRPr lang="en-US"/>
        </a:p>
      </dgm:t>
    </dgm:pt>
    <dgm:pt modelId="{30EFD2A2-D850-4F4A-A332-3F048262C42B}" type="sibTrans" cxnId="{2319D325-F774-462B-B229-C1D7DDD0A8B8}">
      <dgm:prSet/>
      <dgm:spPr/>
      <dgm:t>
        <a:bodyPr/>
        <a:lstStyle/>
        <a:p>
          <a:endParaRPr lang="en-US"/>
        </a:p>
      </dgm:t>
    </dgm:pt>
    <dgm:pt modelId="{6F10E318-57DD-43F0-9330-AD74715D0FA4}">
      <dgm:prSet/>
      <dgm:spPr/>
      <dgm:t>
        <a:bodyPr/>
        <a:lstStyle/>
        <a:p>
          <a:r>
            <a:rPr lang="de-DE"/>
            <a:t>Models saved (.pkl files) with preprocessing pipeline</a:t>
          </a:r>
          <a:endParaRPr lang="en-US"/>
        </a:p>
      </dgm:t>
    </dgm:pt>
    <dgm:pt modelId="{E62EEF14-7A48-41A3-BF72-8831A728F81D}" type="parTrans" cxnId="{709D57AC-E833-48DF-98C9-2B6BB1522F2A}">
      <dgm:prSet/>
      <dgm:spPr/>
      <dgm:t>
        <a:bodyPr/>
        <a:lstStyle/>
        <a:p>
          <a:endParaRPr lang="en-US"/>
        </a:p>
      </dgm:t>
    </dgm:pt>
    <dgm:pt modelId="{E3FDD67E-AED7-4AD9-A101-B5E415CAB275}" type="sibTrans" cxnId="{709D57AC-E833-48DF-98C9-2B6BB1522F2A}">
      <dgm:prSet/>
      <dgm:spPr/>
      <dgm:t>
        <a:bodyPr/>
        <a:lstStyle/>
        <a:p>
          <a:endParaRPr lang="en-US"/>
        </a:p>
      </dgm:t>
    </dgm:pt>
    <dgm:pt modelId="{E70ECB80-3018-4264-B969-40D405ED18C1}">
      <dgm:prSet/>
      <dgm:spPr/>
      <dgm:t>
        <a:bodyPr/>
        <a:lstStyle/>
        <a:p>
          <a:r>
            <a:rPr lang="de-DE"/>
            <a:t>End-to-end prediction workflow demonstrated</a:t>
          </a:r>
          <a:endParaRPr lang="en-US"/>
        </a:p>
      </dgm:t>
    </dgm:pt>
    <dgm:pt modelId="{8532241D-4A77-48AC-B48D-227BEB082969}" type="parTrans" cxnId="{1EA8021E-1B9B-4E04-A3C4-F23A96863470}">
      <dgm:prSet/>
      <dgm:spPr/>
      <dgm:t>
        <a:bodyPr/>
        <a:lstStyle/>
        <a:p>
          <a:endParaRPr lang="en-US"/>
        </a:p>
      </dgm:t>
    </dgm:pt>
    <dgm:pt modelId="{353FAAFA-B102-4AE8-85B8-A70397AA1F67}" type="sibTrans" cxnId="{1EA8021E-1B9B-4E04-A3C4-F23A96863470}">
      <dgm:prSet/>
      <dgm:spPr/>
      <dgm:t>
        <a:bodyPr/>
        <a:lstStyle/>
        <a:p>
          <a:endParaRPr lang="en-US"/>
        </a:p>
      </dgm:t>
    </dgm:pt>
    <dgm:pt modelId="{1C968006-C480-48D3-850B-9E1803079E61}">
      <dgm:prSet/>
      <dgm:spPr/>
      <dgm:t>
        <a:bodyPr/>
        <a:lstStyle/>
        <a:p>
          <a:r>
            <a:rPr lang="de-DE"/>
            <a:t>Reproducible results with documented processes</a:t>
          </a:r>
          <a:endParaRPr lang="en-US"/>
        </a:p>
      </dgm:t>
    </dgm:pt>
    <dgm:pt modelId="{D6F3517F-358C-4509-A109-FCF4180D2F89}" type="parTrans" cxnId="{015F023A-3333-4791-8FB5-6B5A6FF3A2FE}">
      <dgm:prSet/>
      <dgm:spPr/>
      <dgm:t>
        <a:bodyPr/>
        <a:lstStyle/>
        <a:p>
          <a:endParaRPr lang="en-US"/>
        </a:p>
      </dgm:t>
    </dgm:pt>
    <dgm:pt modelId="{44BC8340-2973-4A71-9308-72079EF2035C}" type="sibTrans" cxnId="{015F023A-3333-4791-8FB5-6B5A6FF3A2FE}">
      <dgm:prSet/>
      <dgm:spPr/>
      <dgm:t>
        <a:bodyPr/>
        <a:lstStyle/>
        <a:p>
          <a:endParaRPr lang="en-US"/>
        </a:p>
      </dgm:t>
    </dgm:pt>
    <dgm:pt modelId="{66E6059A-5151-4306-8CE8-23E967801566}">
      <dgm:prSet/>
      <dgm:spPr/>
      <dgm:t>
        <a:bodyPr/>
        <a:lstStyle/>
        <a:p>
          <a:r>
            <a:rPr lang="de-DE"/>
            <a:t>Production-ready validation_predictions.csv generated</a:t>
          </a:r>
          <a:endParaRPr lang="en-US"/>
        </a:p>
      </dgm:t>
    </dgm:pt>
    <dgm:pt modelId="{2C58F182-A799-41D5-A51F-00F5F8673B87}" type="parTrans" cxnId="{B87621A7-8599-4924-AD7A-B909DFC3B326}">
      <dgm:prSet/>
      <dgm:spPr/>
      <dgm:t>
        <a:bodyPr/>
        <a:lstStyle/>
        <a:p>
          <a:endParaRPr lang="en-US"/>
        </a:p>
      </dgm:t>
    </dgm:pt>
    <dgm:pt modelId="{558F903D-7ED2-4688-A471-9B2DD371EE7C}" type="sibTrans" cxnId="{B87621A7-8599-4924-AD7A-B909DFC3B326}">
      <dgm:prSet/>
      <dgm:spPr/>
      <dgm:t>
        <a:bodyPr/>
        <a:lstStyle/>
        <a:p>
          <a:endParaRPr lang="en-US"/>
        </a:p>
      </dgm:t>
    </dgm:pt>
    <dgm:pt modelId="{F0A3EB85-799D-4C0D-9B1C-078B25132AE0}">
      <dgm:prSet/>
      <dgm:spPr/>
      <dgm:t>
        <a:bodyPr/>
        <a:lstStyle/>
        <a:p>
          <a:r>
            <a:rPr lang="de-DE"/>
            <a:t>Question: Embedding approach preferred for production due to better generalization despite lower test scores?!?</a:t>
          </a:r>
          <a:endParaRPr lang="en-US"/>
        </a:p>
      </dgm:t>
    </dgm:pt>
    <dgm:pt modelId="{778BC9AD-44C2-4AFB-B6EF-58AE5B402C44}" type="parTrans" cxnId="{69C65625-1EB2-479A-A824-C6A43A0E7BD7}">
      <dgm:prSet/>
      <dgm:spPr/>
      <dgm:t>
        <a:bodyPr/>
        <a:lstStyle/>
        <a:p>
          <a:endParaRPr lang="en-US"/>
        </a:p>
      </dgm:t>
    </dgm:pt>
    <dgm:pt modelId="{BA995661-373A-4EE2-8A4A-05D9CAFB296C}" type="sibTrans" cxnId="{69C65625-1EB2-479A-A824-C6A43A0E7BD7}">
      <dgm:prSet/>
      <dgm:spPr/>
      <dgm:t>
        <a:bodyPr/>
        <a:lstStyle/>
        <a:p>
          <a:endParaRPr lang="en-US"/>
        </a:p>
      </dgm:t>
    </dgm:pt>
    <dgm:pt modelId="{82491BF8-5A62-FB45-8F04-294777352CD0}" type="pres">
      <dgm:prSet presAssocID="{B59E6823-BBB4-4649-ACA1-FD955982C351}" presName="diagram" presStyleCnt="0">
        <dgm:presLayoutVars>
          <dgm:dir/>
          <dgm:resizeHandles val="exact"/>
        </dgm:presLayoutVars>
      </dgm:prSet>
      <dgm:spPr/>
    </dgm:pt>
    <dgm:pt modelId="{D7A4DA74-4FAE-ED41-87F7-46464B0FDD57}" type="pres">
      <dgm:prSet presAssocID="{898832D6-E341-44E6-86E1-177CFEF2F201}" presName="node" presStyleLbl="node1" presStyleIdx="0" presStyleCnt="17">
        <dgm:presLayoutVars>
          <dgm:bulletEnabled val="1"/>
        </dgm:presLayoutVars>
      </dgm:prSet>
      <dgm:spPr/>
    </dgm:pt>
    <dgm:pt modelId="{41DA8315-96D8-1249-B77F-1D9854005256}" type="pres">
      <dgm:prSet presAssocID="{2BDE12F8-1208-4957-A733-8F5592DEECD2}" presName="sibTrans" presStyleCnt="0"/>
      <dgm:spPr/>
    </dgm:pt>
    <dgm:pt modelId="{C90ABAFD-45FE-2547-8DD3-45E3C23A4D0A}" type="pres">
      <dgm:prSet presAssocID="{7A4882B0-56A5-4085-B1A9-38BFFFB86FE0}" presName="node" presStyleLbl="node1" presStyleIdx="1" presStyleCnt="17">
        <dgm:presLayoutVars>
          <dgm:bulletEnabled val="1"/>
        </dgm:presLayoutVars>
      </dgm:prSet>
      <dgm:spPr/>
    </dgm:pt>
    <dgm:pt modelId="{B69F04BD-A000-F546-9852-75D585BE37A2}" type="pres">
      <dgm:prSet presAssocID="{7D6A4D91-CEC0-47D7-9502-98FBC3B62FD5}" presName="sibTrans" presStyleCnt="0"/>
      <dgm:spPr/>
    </dgm:pt>
    <dgm:pt modelId="{BE6A30F4-DC98-3B41-AE44-210C7E98FD63}" type="pres">
      <dgm:prSet presAssocID="{A59DA3FE-A863-437E-8969-92B234C89DB2}" presName="node" presStyleLbl="node1" presStyleIdx="2" presStyleCnt="17">
        <dgm:presLayoutVars>
          <dgm:bulletEnabled val="1"/>
        </dgm:presLayoutVars>
      </dgm:prSet>
      <dgm:spPr/>
    </dgm:pt>
    <dgm:pt modelId="{9FF1A138-6A62-4D47-A0DB-83968DC88347}" type="pres">
      <dgm:prSet presAssocID="{05624918-4870-418D-9579-4E4B23779831}" presName="sibTrans" presStyleCnt="0"/>
      <dgm:spPr/>
    </dgm:pt>
    <dgm:pt modelId="{D60CF269-56E5-0D43-B56D-075392F92458}" type="pres">
      <dgm:prSet presAssocID="{96093A5C-5E23-4221-B14D-1AB7F1823F06}" presName="node" presStyleLbl="node1" presStyleIdx="3" presStyleCnt="17">
        <dgm:presLayoutVars>
          <dgm:bulletEnabled val="1"/>
        </dgm:presLayoutVars>
      </dgm:prSet>
      <dgm:spPr/>
    </dgm:pt>
    <dgm:pt modelId="{33F0AFFC-A8D6-9142-B9E7-579958386D5A}" type="pres">
      <dgm:prSet presAssocID="{082CF5CB-74B9-40D2-BB26-8AE00A88CE81}" presName="sibTrans" presStyleCnt="0"/>
      <dgm:spPr/>
    </dgm:pt>
    <dgm:pt modelId="{B40F7A7C-0B21-DE4F-8012-94B7FD6D8EF0}" type="pres">
      <dgm:prSet presAssocID="{06C9DA8B-A77D-4DD8-BBC9-3B4C7B48A361}" presName="node" presStyleLbl="node1" presStyleIdx="4" presStyleCnt="17">
        <dgm:presLayoutVars>
          <dgm:bulletEnabled val="1"/>
        </dgm:presLayoutVars>
      </dgm:prSet>
      <dgm:spPr/>
    </dgm:pt>
    <dgm:pt modelId="{41887985-0B9C-FC4D-86FE-9C9AC5471646}" type="pres">
      <dgm:prSet presAssocID="{764B33FB-5B34-4ED4-939E-67913E9C1B75}" presName="sibTrans" presStyleCnt="0"/>
      <dgm:spPr/>
    </dgm:pt>
    <dgm:pt modelId="{52282AE9-F388-804A-B37C-03C85CD2723C}" type="pres">
      <dgm:prSet presAssocID="{6E0D60CD-1D1C-4EAC-B479-2BFC36C9CC39}" presName="node" presStyleLbl="node1" presStyleIdx="5" presStyleCnt="17">
        <dgm:presLayoutVars>
          <dgm:bulletEnabled val="1"/>
        </dgm:presLayoutVars>
      </dgm:prSet>
      <dgm:spPr/>
    </dgm:pt>
    <dgm:pt modelId="{BD2643AF-5FCA-3042-8E40-C78BC95727EC}" type="pres">
      <dgm:prSet presAssocID="{30460A10-F924-40E1-9800-72BEF41C4F53}" presName="sibTrans" presStyleCnt="0"/>
      <dgm:spPr/>
    </dgm:pt>
    <dgm:pt modelId="{8A004D43-F7C2-F24C-BDD8-0954225A368F}" type="pres">
      <dgm:prSet presAssocID="{26290C77-B362-4E1B-84F1-D4165E9242F6}" presName="node" presStyleLbl="node1" presStyleIdx="6" presStyleCnt="17">
        <dgm:presLayoutVars>
          <dgm:bulletEnabled val="1"/>
        </dgm:presLayoutVars>
      </dgm:prSet>
      <dgm:spPr/>
    </dgm:pt>
    <dgm:pt modelId="{06284FA0-F2E8-9049-A6D6-6D614CD313A2}" type="pres">
      <dgm:prSet presAssocID="{014D8730-33A1-4CCE-B373-8D3EB2B92A5A}" presName="sibTrans" presStyleCnt="0"/>
      <dgm:spPr/>
    </dgm:pt>
    <dgm:pt modelId="{31D8E61D-6887-FC41-BDF4-1DB56E67DC8F}" type="pres">
      <dgm:prSet presAssocID="{A18F6FFF-6E90-4193-91B7-EDD087471677}" presName="node" presStyleLbl="node1" presStyleIdx="7" presStyleCnt="17">
        <dgm:presLayoutVars>
          <dgm:bulletEnabled val="1"/>
        </dgm:presLayoutVars>
      </dgm:prSet>
      <dgm:spPr/>
    </dgm:pt>
    <dgm:pt modelId="{CE3E4897-701B-FF4A-8992-C9936ECC32D1}" type="pres">
      <dgm:prSet presAssocID="{A50A7F91-0D0E-476D-A830-8B97CEF63DC9}" presName="sibTrans" presStyleCnt="0"/>
      <dgm:spPr/>
    </dgm:pt>
    <dgm:pt modelId="{8F9236C1-4AD9-0E47-9E96-FEB1939CD8D2}" type="pres">
      <dgm:prSet presAssocID="{18DB1C13-3075-433E-AD17-BDA6C5FBCD7C}" presName="node" presStyleLbl="node1" presStyleIdx="8" presStyleCnt="17">
        <dgm:presLayoutVars>
          <dgm:bulletEnabled val="1"/>
        </dgm:presLayoutVars>
      </dgm:prSet>
      <dgm:spPr/>
    </dgm:pt>
    <dgm:pt modelId="{081B0454-859A-104E-B6D0-215E6A36536A}" type="pres">
      <dgm:prSet presAssocID="{BFCA41BF-7352-40C0-95E0-EEB7DFFDEF40}" presName="sibTrans" presStyleCnt="0"/>
      <dgm:spPr/>
    </dgm:pt>
    <dgm:pt modelId="{E9FC2671-C51F-684A-873D-C916ED78FD80}" type="pres">
      <dgm:prSet presAssocID="{326F53C0-9571-47CF-A07A-F7E54F0621D1}" presName="node" presStyleLbl="node1" presStyleIdx="9" presStyleCnt="17">
        <dgm:presLayoutVars>
          <dgm:bulletEnabled val="1"/>
        </dgm:presLayoutVars>
      </dgm:prSet>
      <dgm:spPr/>
    </dgm:pt>
    <dgm:pt modelId="{A792B749-FE39-8348-9236-EECB42911AB1}" type="pres">
      <dgm:prSet presAssocID="{B8785F64-3BAF-4AF6-9670-64C6EBD14566}" presName="sibTrans" presStyleCnt="0"/>
      <dgm:spPr/>
    </dgm:pt>
    <dgm:pt modelId="{9348C812-9428-9649-AE77-89EF4016A806}" type="pres">
      <dgm:prSet presAssocID="{6A657EBA-748B-46E7-A827-0B9FA8C24B86}" presName="node" presStyleLbl="node1" presStyleIdx="10" presStyleCnt="17">
        <dgm:presLayoutVars>
          <dgm:bulletEnabled val="1"/>
        </dgm:presLayoutVars>
      </dgm:prSet>
      <dgm:spPr/>
    </dgm:pt>
    <dgm:pt modelId="{587E7840-CE8C-C444-93C8-657195A1E855}" type="pres">
      <dgm:prSet presAssocID="{9B395899-E69F-4DFB-9F7C-E590B0914D10}" presName="sibTrans" presStyleCnt="0"/>
      <dgm:spPr/>
    </dgm:pt>
    <dgm:pt modelId="{5BF18C28-F4E8-BC4A-BA61-525630013AE5}" type="pres">
      <dgm:prSet presAssocID="{42D663E7-6931-453A-A783-CDE4DC68E25B}" presName="node" presStyleLbl="node1" presStyleIdx="11" presStyleCnt="17">
        <dgm:presLayoutVars>
          <dgm:bulletEnabled val="1"/>
        </dgm:presLayoutVars>
      </dgm:prSet>
      <dgm:spPr/>
    </dgm:pt>
    <dgm:pt modelId="{E9BA1BAF-09D7-4F44-BB61-3567CD4B1F92}" type="pres">
      <dgm:prSet presAssocID="{30EFD2A2-D850-4F4A-A332-3F048262C42B}" presName="sibTrans" presStyleCnt="0"/>
      <dgm:spPr/>
    </dgm:pt>
    <dgm:pt modelId="{4DAA555E-6FA9-9542-9306-C93D122378BA}" type="pres">
      <dgm:prSet presAssocID="{6F10E318-57DD-43F0-9330-AD74715D0FA4}" presName="node" presStyleLbl="node1" presStyleIdx="12" presStyleCnt="17">
        <dgm:presLayoutVars>
          <dgm:bulletEnabled val="1"/>
        </dgm:presLayoutVars>
      </dgm:prSet>
      <dgm:spPr/>
    </dgm:pt>
    <dgm:pt modelId="{7E3AC68F-70D7-ED40-9C37-02BD1BD065B5}" type="pres">
      <dgm:prSet presAssocID="{E3FDD67E-AED7-4AD9-A101-B5E415CAB275}" presName="sibTrans" presStyleCnt="0"/>
      <dgm:spPr/>
    </dgm:pt>
    <dgm:pt modelId="{8056BAA9-1D55-2B4F-964F-2C913303FE6D}" type="pres">
      <dgm:prSet presAssocID="{E70ECB80-3018-4264-B969-40D405ED18C1}" presName="node" presStyleLbl="node1" presStyleIdx="13" presStyleCnt="17">
        <dgm:presLayoutVars>
          <dgm:bulletEnabled val="1"/>
        </dgm:presLayoutVars>
      </dgm:prSet>
      <dgm:spPr/>
    </dgm:pt>
    <dgm:pt modelId="{DE18E03E-A4FE-304B-BA07-7F77288C0563}" type="pres">
      <dgm:prSet presAssocID="{353FAAFA-B102-4AE8-85B8-A70397AA1F67}" presName="sibTrans" presStyleCnt="0"/>
      <dgm:spPr/>
    </dgm:pt>
    <dgm:pt modelId="{F6264C97-8192-B949-B5EC-BDC931299C58}" type="pres">
      <dgm:prSet presAssocID="{1C968006-C480-48D3-850B-9E1803079E61}" presName="node" presStyleLbl="node1" presStyleIdx="14" presStyleCnt="17">
        <dgm:presLayoutVars>
          <dgm:bulletEnabled val="1"/>
        </dgm:presLayoutVars>
      </dgm:prSet>
      <dgm:spPr/>
    </dgm:pt>
    <dgm:pt modelId="{8FEAE9B2-EDFD-8A46-B091-CBA0A02C219B}" type="pres">
      <dgm:prSet presAssocID="{44BC8340-2973-4A71-9308-72079EF2035C}" presName="sibTrans" presStyleCnt="0"/>
      <dgm:spPr/>
    </dgm:pt>
    <dgm:pt modelId="{459D8F17-A858-6C43-8110-05F09AC210E6}" type="pres">
      <dgm:prSet presAssocID="{66E6059A-5151-4306-8CE8-23E967801566}" presName="node" presStyleLbl="node1" presStyleIdx="15" presStyleCnt="17">
        <dgm:presLayoutVars>
          <dgm:bulletEnabled val="1"/>
        </dgm:presLayoutVars>
      </dgm:prSet>
      <dgm:spPr/>
    </dgm:pt>
    <dgm:pt modelId="{388916D5-BBA9-B54F-9458-3C59ABFC1712}" type="pres">
      <dgm:prSet presAssocID="{558F903D-7ED2-4688-A471-9B2DD371EE7C}" presName="sibTrans" presStyleCnt="0"/>
      <dgm:spPr/>
    </dgm:pt>
    <dgm:pt modelId="{46E20FE7-4EAE-DC4E-8380-38CC55BE683A}" type="pres">
      <dgm:prSet presAssocID="{F0A3EB85-799D-4C0D-9B1C-078B25132AE0}" presName="node" presStyleLbl="node1" presStyleIdx="16" presStyleCnt="17">
        <dgm:presLayoutVars>
          <dgm:bulletEnabled val="1"/>
        </dgm:presLayoutVars>
      </dgm:prSet>
      <dgm:spPr/>
    </dgm:pt>
  </dgm:ptLst>
  <dgm:cxnLst>
    <dgm:cxn modelId="{7ABEF60B-88B2-4BB9-B4A5-971DDCBFD8D6}" srcId="{B59E6823-BBB4-4649-ACA1-FD955982C351}" destId="{18DB1C13-3075-433E-AD17-BDA6C5FBCD7C}" srcOrd="8" destOrd="0" parTransId="{ABF25C64-B29A-4DBB-98E0-5DA5D375EEA9}" sibTransId="{BFCA41BF-7352-40C0-95E0-EEB7DFFDEF40}"/>
    <dgm:cxn modelId="{1EA8021E-1B9B-4E04-A3C4-F23A96863470}" srcId="{B59E6823-BBB4-4649-ACA1-FD955982C351}" destId="{E70ECB80-3018-4264-B969-40D405ED18C1}" srcOrd="13" destOrd="0" parTransId="{8532241D-4A77-48AC-B48D-227BEB082969}" sibTransId="{353FAAFA-B102-4AE8-85B8-A70397AA1F67}"/>
    <dgm:cxn modelId="{6DFF551F-BFDD-9D4D-AE7B-79C929408FAF}" type="presOf" srcId="{6E0D60CD-1D1C-4EAC-B479-2BFC36C9CC39}" destId="{52282AE9-F388-804A-B37C-03C85CD2723C}" srcOrd="0" destOrd="0" presId="urn:microsoft.com/office/officeart/2005/8/layout/default"/>
    <dgm:cxn modelId="{69C65625-1EB2-479A-A824-C6A43A0E7BD7}" srcId="{B59E6823-BBB4-4649-ACA1-FD955982C351}" destId="{F0A3EB85-799D-4C0D-9B1C-078B25132AE0}" srcOrd="16" destOrd="0" parTransId="{778BC9AD-44C2-4AFB-B6EF-58AE5B402C44}" sibTransId="{BA995661-373A-4EE2-8A4A-05D9CAFB296C}"/>
    <dgm:cxn modelId="{2319D325-F774-462B-B229-C1D7DDD0A8B8}" srcId="{B59E6823-BBB4-4649-ACA1-FD955982C351}" destId="{42D663E7-6931-453A-A783-CDE4DC68E25B}" srcOrd="11" destOrd="0" parTransId="{645E91CA-3FC0-4048-AB3F-F582FD094BD8}" sibTransId="{30EFD2A2-D850-4F4A-A332-3F048262C42B}"/>
    <dgm:cxn modelId="{00725827-6D78-461E-B8DF-7DAB49EE944F}" srcId="{B59E6823-BBB4-4649-ACA1-FD955982C351}" destId="{26290C77-B362-4E1B-84F1-D4165E9242F6}" srcOrd="6" destOrd="0" parTransId="{FFA68D0F-A4E2-43A3-85B0-61DAB8246DDA}" sibTransId="{014D8730-33A1-4CCE-B373-8D3EB2B92A5A}"/>
    <dgm:cxn modelId="{62567C2B-A74F-994C-96DC-603DC70E483C}" type="presOf" srcId="{326F53C0-9571-47CF-A07A-F7E54F0621D1}" destId="{E9FC2671-C51F-684A-873D-C916ED78FD80}" srcOrd="0" destOrd="0" presId="urn:microsoft.com/office/officeart/2005/8/layout/default"/>
    <dgm:cxn modelId="{379A5432-9603-5445-A5D3-AA89613D5BD1}" type="presOf" srcId="{42D663E7-6931-453A-A783-CDE4DC68E25B}" destId="{5BF18C28-F4E8-BC4A-BA61-525630013AE5}" srcOrd="0" destOrd="0" presId="urn:microsoft.com/office/officeart/2005/8/layout/default"/>
    <dgm:cxn modelId="{015F023A-3333-4791-8FB5-6B5A6FF3A2FE}" srcId="{B59E6823-BBB4-4649-ACA1-FD955982C351}" destId="{1C968006-C480-48D3-850B-9E1803079E61}" srcOrd="14" destOrd="0" parTransId="{D6F3517F-358C-4509-A109-FCF4180D2F89}" sibTransId="{44BC8340-2973-4A71-9308-72079EF2035C}"/>
    <dgm:cxn modelId="{83B0D73F-02DA-2143-9234-71491B137FD7}" type="presOf" srcId="{7A4882B0-56A5-4085-B1A9-38BFFFB86FE0}" destId="{C90ABAFD-45FE-2547-8DD3-45E3C23A4D0A}" srcOrd="0" destOrd="0" presId="urn:microsoft.com/office/officeart/2005/8/layout/default"/>
    <dgm:cxn modelId="{542A8246-FAE2-0346-9647-74F6C3B57077}" type="presOf" srcId="{6F10E318-57DD-43F0-9330-AD74715D0FA4}" destId="{4DAA555E-6FA9-9542-9306-C93D122378BA}" srcOrd="0" destOrd="0" presId="urn:microsoft.com/office/officeart/2005/8/layout/default"/>
    <dgm:cxn modelId="{3E445B49-4207-402F-A1A8-22B515E587B8}" srcId="{B59E6823-BBB4-4649-ACA1-FD955982C351}" destId="{A59DA3FE-A863-437E-8969-92B234C89DB2}" srcOrd="2" destOrd="0" parTransId="{ECC3A07C-FF80-499E-871F-65C4CFA3ADB8}" sibTransId="{05624918-4870-418D-9579-4E4B23779831}"/>
    <dgm:cxn modelId="{691D354A-6CBB-4EB0-8035-9732FCB35EA3}" srcId="{B59E6823-BBB4-4649-ACA1-FD955982C351}" destId="{6E0D60CD-1D1C-4EAC-B479-2BFC36C9CC39}" srcOrd="5" destOrd="0" parTransId="{362D6102-91B7-4898-9463-3CD49862D1B5}" sibTransId="{30460A10-F924-40E1-9800-72BEF41C4F53}"/>
    <dgm:cxn modelId="{0672B353-0F76-467C-9FE2-DA454C40117F}" srcId="{B59E6823-BBB4-4649-ACA1-FD955982C351}" destId="{898832D6-E341-44E6-86E1-177CFEF2F201}" srcOrd="0" destOrd="0" parTransId="{F3857513-F93C-4136-B3AB-A3763836611D}" sibTransId="{2BDE12F8-1208-4957-A733-8F5592DEECD2}"/>
    <dgm:cxn modelId="{8AB9EC5E-D65A-44A2-A03D-ED5372F2E3AE}" srcId="{B59E6823-BBB4-4649-ACA1-FD955982C351}" destId="{A18F6FFF-6E90-4193-91B7-EDD087471677}" srcOrd="7" destOrd="0" parTransId="{EBDA1745-A390-4EDA-B76B-3B0105639416}" sibTransId="{A50A7F91-0D0E-476D-A830-8B97CEF63DC9}"/>
    <dgm:cxn modelId="{3CA1EC61-6775-DB47-B2FC-2E363B7D9568}" type="presOf" srcId="{96093A5C-5E23-4221-B14D-1AB7F1823F06}" destId="{D60CF269-56E5-0D43-B56D-075392F92458}" srcOrd="0" destOrd="0" presId="urn:microsoft.com/office/officeart/2005/8/layout/default"/>
    <dgm:cxn modelId="{5E688C69-FD31-0E4C-A28F-E78ED1E12CEF}" type="presOf" srcId="{6A657EBA-748B-46E7-A827-0B9FA8C24B86}" destId="{9348C812-9428-9649-AE77-89EF4016A806}" srcOrd="0" destOrd="0" presId="urn:microsoft.com/office/officeart/2005/8/layout/default"/>
    <dgm:cxn modelId="{6EEC736E-AA8B-AF47-B29F-242A3B4331C1}" type="presOf" srcId="{66E6059A-5151-4306-8CE8-23E967801566}" destId="{459D8F17-A858-6C43-8110-05F09AC210E6}" srcOrd="0" destOrd="0" presId="urn:microsoft.com/office/officeart/2005/8/layout/default"/>
    <dgm:cxn modelId="{E7ED6073-573E-2B4D-B7C1-DF46C2587A8F}" type="presOf" srcId="{18DB1C13-3075-433E-AD17-BDA6C5FBCD7C}" destId="{8F9236C1-4AD9-0E47-9E96-FEB1939CD8D2}" srcOrd="0" destOrd="0" presId="urn:microsoft.com/office/officeart/2005/8/layout/default"/>
    <dgm:cxn modelId="{CDF7187C-DA45-41CA-8E95-A0E12DA3CF42}" srcId="{B59E6823-BBB4-4649-ACA1-FD955982C351}" destId="{96093A5C-5E23-4221-B14D-1AB7F1823F06}" srcOrd="3" destOrd="0" parTransId="{3B21538C-EDA9-4109-8BDE-30FDDF3B493E}" sibTransId="{082CF5CB-74B9-40D2-BB26-8AE00A88CE81}"/>
    <dgm:cxn modelId="{6ECE8A82-5974-3B45-857D-BB9F65D10448}" type="presOf" srcId="{26290C77-B362-4E1B-84F1-D4165E9242F6}" destId="{8A004D43-F7C2-F24C-BDD8-0954225A368F}" srcOrd="0" destOrd="0" presId="urn:microsoft.com/office/officeart/2005/8/layout/default"/>
    <dgm:cxn modelId="{E517CA8F-000A-BC40-86DA-E5956C99A34F}" type="presOf" srcId="{F0A3EB85-799D-4C0D-9B1C-078B25132AE0}" destId="{46E20FE7-4EAE-DC4E-8380-38CC55BE683A}" srcOrd="0" destOrd="0" presId="urn:microsoft.com/office/officeart/2005/8/layout/default"/>
    <dgm:cxn modelId="{399ABBA1-035B-4610-B0A4-32D2EF9C842A}" srcId="{B59E6823-BBB4-4649-ACA1-FD955982C351}" destId="{06C9DA8B-A77D-4DD8-BBC9-3B4C7B48A361}" srcOrd="4" destOrd="0" parTransId="{017FE635-0362-48D6-A9E2-D0DDA7EB2592}" sibTransId="{764B33FB-5B34-4ED4-939E-67913E9C1B75}"/>
    <dgm:cxn modelId="{B87621A7-8599-4924-AD7A-B909DFC3B326}" srcId="{B59E6823-BBB4-4649-ACA1-FD955982C351}" destId="{66E6059A-5151-4306-8CE8-23E967801566}" srcOrd="15" destOrd="0" parTransId="{2C58F182-A799-41D5-A51F-00F5F8673B87}" sibTransId="{558F903D-7ED2-4688-A471-9B2DD371EE7C}"/>
    <dgm:cxn modelId="{709D57AC-E833-48DF-98C9-2B6BB1522F2A}" srcId="{B59E6823-BBB4-4649-ACA1-FD955982C351}" destId="{6F10E318-57DD-43F0-9330-AD74715D0FA4}" srcOrd="12" destOrd="0" parTransId="{E62EEF14-7A48-41A3-BF72-8831A728F81D}" sibTransId="{E3FDD67E-AED7-4AD9-A101-B5E415CAB275}"/>
    <dgm:cxn modelId="{F82B79B9-9272-E046-ADC4-6D98239C42AF}" type="presOf" srcId="{B59E6823-BBB4-4649-ACA1-FD955982C351}" destId="{82491BF8-5A62-FB45-8F04-294777352CD0}" srcOrd="0" destOrd="0" presId="urn:microsoft.com/office/officeart/2005/8/layout/default"/>
    <dgm:cxn modelId="{E804F6C8-CBE9-2441-A7F8-21F46FBA71A2}" type="presOf" srcId="{E70ECB80-3018-4264-B969-40D405ED18C1}" destId="{8056BAA9-1D55-2B4F-964F-2C913303FE6D}" srcOrd="0" destOrd="0" presId="urn:microsoft.com/office/officeart/2005/8/layout/default"/>
    <dgm:cxn modelId="{7015BAD2-DA53-0D45-9D75-4E21F9D3F477}" type="presOf" srcId="{1C968006-C480-48D3-850B-9E1803079E61}" destId="{F6264C97-8192-B949-B5EC-BDC931299C58}" srcOrd="0" destOrd="0" presId="urn:microsoft.com/office/officeart/2005/8/layout/default"/>
    <dgm:cxn modelId="{4FF26BD9-5AE7-2A4B-8FA6-77A94756D6A5}" type="presOf" srcId="{06C9DA8B-A77D-4DD8-BBC9-3B4C7B48A361}" destId="{B40F7A7C-0B21-DE4F-8012-94B7FD6D8EF0}" srcOrd="0" destOrd="0" presId="urn:microsoft.com/office/officeart/2005/8/layout/default"/>
    <dgm:cxn modelId="{301D4DDB-D54C-8D40-B555-9A103177DF59}" type="presOf" srcId="{A18F6FFF-6E90-4193-91B7-EDD087471677}" destId="{31D8E61D-6887-FC41-BDF4-1DB56E67DC8F}" srcOrd="0" destOrd="0" presId="urn:microsoft.com/office/officeart/2005/8/layout/default"/>
    <dgm:cxn modelId="{A8E32BEB-258B-4C98-A7CF-1F6F748A0A0F}" srcId="{B59E6823-BBB4-4649-ACA1-FD955982C351}" destId="{6A657EBA-748B-46E7-A827-0B9FA8C24B86}" srcOrd="10" destOrd="0" parTransId="{8999E8DA-3FB0-4697-8E34-5CE1A037C925}" sibTransId="{9B395899-E69F-4DFB-9F7C-E590B0914D10}"/>
    <dgm:cxn modelId="{F2B197ED-AA8F-3D43-9BA6-4177B594FE04}" type="presOf" srcId="{A59DA3FE-A863-437E-8969-92B234C89DB2}" destId="{BE6A30F4-DC98-3B41-AE44-210C7E98FD63}" srcOrd="0" destOrd="0" presId="urn:microsoft.com/office/officeart/2005/8/layout/default"/>
    <dgm:cxn modelId="{C61BC1F5-0C25-4350-AF9F-C5E3967DBE98}" srcId="{B59E6823-BBB4-4649-ACA1-FD955982C351}" destId="{7A4882B0-56A5-4085-B1A9-38BFFFB86FE0}" srcOrd="1" destOrd="0" parTransId="{CDEC5655-B296-4B8E-9D1E-3D69B2023B02}" sibTransId="{7D6A4D91-CEC0-47D7-9502-98FBC3B62FD5}"/>
    <dgm:cxn modelId="{9274A7FF-CA7E-4651-9D60-B11CFB532BBF}" srcId="{B59E6823-BBB4-4649-ACA1-FD955982C351}" destId="{326F53C0-9571-47CF-A07A-F7E54F0621D1}" srcOrd="9" destOrd="0" parTransId="{7E8C10FF-9B99-46FD-97C4-2CDCE8291BB8}" sibTransId="{B8785F64-3BAF-4AF6-9670-64C6EBD14566}"/>
    <dgm:cxn modelId="{A830DAFF-8FF2-7F4A-BF9D-AED9DD65CE25}" type="presOf" srcId="{898832D6-E341-44E6-86E1-177CFEF2F201}" destId="{D7A4DA74-4FAE-ED41-87F7-46464B0FDD57}" srcOrd="0" destOrd="0" presId="urn:microsoft.com/office/officeart/2005/8/layout/default"/>
    <dgm:cxn modelId="{5FFFD178-25A6-1A47-A882-97E8CF2058FD}" type="presParOf" srcId="{82491BF8-5A62-FB45-8F04-294777352CD0}" destId="{D7A4DA74-4FAE-ED41-87F7-46464B0FDD57}" srcOrd="0" destOrd="0" presId="urn:microsoft.com/office/officeart/2005/8/layout/default"/>
    <dgm:cxn modelId="{2134ADF3-3C10-2843-88B2-07A624AB90C1}" type="presParOf" srcId="{82491BF8-5A62-FB45-8F04-294777352CD0}" destId="{41DA8315-96D8-1249-B77F-1D9854005256}" srcOrd="1" destOrd="0" presId="urn:microsoft.com/office/officeart/2005/8/layout/default"/>
    <dgm:cxn modelId="{3903DE4D-C21F-DE49-A422-742456E75979}" type="presParOf" srcId="{82491BF8-5A62-FB45-8F04-294777352CD0}" destId="{C90ABAFD-45FE-2547-8DD3-45E3C23A4D0A}" srcOrd="2" destOrd="0" presId="urn:microsoft.com/office/officeart/2005/8/layout/default"/>
    <dgm:cxn modelId="{7F1A23D4-748F-134E-9DF3-521DD29B2049}" type="presParOf" srcId="{82491BF8-5A62-FB45-8F04-294777352CD0}" destId="{B69F04BD-A000-F546-9852-75D585BE37A2}" srcOrd="3" destOrd="0" presId="urn:microsoft.com/office/officeart/2005/8/layout/default"/>
    <dgm:cxn modelId="{657A62B7-3F97-A34A-9FB0-3C373E1B6E2E}" type="presParOf" srcId="{82491BF8-5A62-FB45-8F04-294777352CD0}" destId="{BE6A30F4-DC98-3B41-AE44-210C7E98FD63}" srcOrd="4" destOrd="0" presId="urn:microsoft.com/office/officeart/2005/8/layout/default"/>
    <dgm:cxn modelId="{8F2E37AE-AE0B-3D4E-BBAD-6A3AA4429750}" type="presParOf" srcId="{82491BF8-5A62-FB45-8F04-294777352CD0}" destId="{9FF1A138-6A62-4D47-A0DB-83968DC88347}" srcOrd="5" destOrd="0" presId="urn:microsoft.com/office/officeart/2005/8/layout/default"/>
    <dgm:cxn modelId="{69B6D2E2-7379-704F-BE89-64B3ACCBCEC4}" type="presParOf" srcId="{82491BF8-5A62-FB45-8F04-294777352CD0}" destId="{D60CF269-56E5-0D43-B56D-075392F92458}" srcOrd="6" destOrd="0" presId="urn:microsoft.com/office/officeart/2005/8/layout/default"/>
    <dgm:cxn modelId="{BC69608A-77E8-3643-96AE-ACFAB60459C4}" type="presParOf" srcId="{82491BF8-5A62-FB45-8F04-294777352CD0}" destId="{33F0AFFC-A8D6-9142-B9E7-579958386D5A}" srcOrd="7" destOrd="0" presId="urn:microsoft.com/office/officeart/2005/8/layout/default"/>
    <dgm:cxn modelId="{59877E0F-C230-0342-9D2C-4782503222F5}" type="presParOf" srcId="{82491BF8-5A62-FB45-8F04-294777352CD0}" destId="{B40F7A7C-0B21-DE4F-8012-94B7FD6D8EF0}" srcOrd="8" destOrd="0" presId="urn:microsoft.com/office/officeart/2005/8/layout/default"/>
    <dgm:cxn modelId="{D76BCF27-6487-E249-82B9-9796C4B9AA70}" type="presParOf" srcId="{82491BF8-5A62-FB45-8F04-294777352CD0}" destId="{41887985-0B9C-FC4D-86FE-9C9AC5471646}" srcOrd="9" destOrd="0" presId="urn:microsoft.com/office/officeart/2005/8/layout/default"/>
    <dgm:cxn modelId="{73FEA3B8-B890-1747-B17B-5A92C4816F64}" type="presParOf" srcId="{82491BF8-5A62-FB45-8F04-294777352CD0}" destId="{52282AE9-F388-804A-B37C-03C85CD2723C}" srcOrd="10" destOrd="0" presId="urn:microsoft.com/office/officeart/2005/8/layout/default"/>
    <dgm:cxn modelId="{DE5D0B75-62AB-8242-9723-4F3CA85E89D4}" type="presParOf" srcId="{82491BF8-5A62-FB45-8F04-294777352CD0}" destId="{BD2643AF-5FCA-3042-8E40-C78BC95727EC}" srcOrd="11" destOrd="0" presId="urn:microsoft.com/office/officeart/2005/8/layout/default"/>
    <dgm:cxn modelId="{9C46DD75-93E9-F242-BCA1-FEC22E07FFCD}" type="presParOf" srcId="{82491BF8-5A62-FB45-8F04-294777352CD0}" destId="{8A004D43-F7C2-F24C-BDD8-0954225A368F}" srcOrd="12" destOrd="0" presId="urn:microsoft.com/office/officeart/2005/8/layout/default"/>
    <dgm:cxn modelId="{163728E7-45C7-E74A-9C40-5E68CD5228B3}" type="presParOf" srcId="{82491BF8-5A62-FB45-8F04-294777352CD0}" destId="{06284FA0-F2E8-9049-A6D6-6D614CD313A2}" srcOrd="13" destOrd="0" presId="urn:microsoft.com/office/officeart/2005/8/layout/default"/>
    <dgm:cxn modelId="{57B6F9DB-BB75-A645-A836-03C023001846}" type="presParOf" srcId="{82491BF8-5A62-FB45-8F04-294777352CD0}" destId="{31D8E61D-6887-FC41-BDF4-1DB56E67DC8F}" srcOrd="14" destOrd="0" presId="urn:microsoft.com/office/officeart/2005/8/layout/default"/>
    <dgm:cxn modelId="{283A6853-24A9-BC43-90CA-42F8D6A084D3}" type="presParOf" srcId="{82491BF8-5A62-FB45-8F04-294777352CD0}" destId="{CE3E4897-701B-FF4A-8992-C9936ECC32D1}" srcOrd="15" destOrd="0" presId="urn:microsoft.com/office/officeart/2005/8/layout/default"/>
    <dgm:cxn modelId="{2F8DA12A-71EB-1447-BAEA-841834EFBD95}" type="presParOf" srcId="{82491BF8-5A62-FB45-8F04-294777352CD0}" destId="{8F9236C1-4AD9-0E47-9E96-FEB1939CD8D2}" srcOrd="16" destOrd="0" presId="urn:microsoft.com/office/officeart/2005/8/layout/default"/>
    <dgm:cxn modelId="{1326044B-47C7-0E49-90A8-3DE19E985E94}" type="presParOf" srcId="{82491BF8-5A62-FB45-8F04-294777352CD0}" destId="{081B0454-859A-104E-B6D0-215E6A36536A}" srcOrd="17" destOrd="0" presId="urn:microsoft.com/office/officeart/2005/8/layout/default"/>
    <dgm:cxn modelId="{D8B8ECED-6326-5D4B-8346-994CB37914AB}" type="presParOf" srcId="{82491BF8-5A62-FB45-8F04-294777352CD0}" destId="{E9FC2671-C51F-684A-873D-C916ED78FD80}" srcOrd="18" destOrd="0" presId="urn:microsoft.com/office/officeart/2005/8/layout/default"/>
    <dgm:cxn modelId="{945577A5-BCC8-154B-9775-4858030635F8}" type="presParOf" srcId="{82491BF8-5A62-FB45-8F04-294777352CD0}" destId="{A792B749-FE39-8348-9236-EECB42911AB1}" srcOrd="19" destOrd="0" presId="urn:microsoft.com/office/officeart/2005/8/layout/default"/>
    <dgm:cxn modelId="{2AE4E507-7893-F641-9BE0-AABA5207CC3B}" type="presParOf" srcId="{82491BF8-5A62-FB45-8F04-294777352CD0}" destId="{9348C812-9428-9649-AE77-89EF4016A806}" srcOrd="20" destOrd="0" presId="urn:microsoft.com/office/officeart/2005/8/layout/default"/>
    <dgm:cxn modelId="{178CBB2E-1179-454B-A463-0D900BEC54BA}" type="presParOf" srcId="{82491BF8-5A62-FB45-8F04-294777352CD0}" destId="{587E7840-CE8C-C444-93C8-657195A1E855}" srcOrd="21" destOrd="0" presId="urn:microsoft.com/office/officeart/2005/8/layout/default"/>
    <dgm:cxn modelId="{61C6668E-22F1-CD48-8626-020970695A87}" type="presParOf" srcId="{82491BF8-5A62-FB45-8F04-294777352CD0}" destId="{5BF18C28-F4E8-BC4A-BA61-525630013AE5}" srcOrd="22" destOrd="0" presId="urn:microsoft.com/office/officeart/2005/8/layout/default"/>
    <dgm:cxn modelId="{04A8D383-FE89-5B45-A1F2-E52D1CB32AAE}" type="presParOf" srcId="{82491BF8-5A62-FB45-8F04-294777352CD0}" destId="{E9BA1BAF-09D7-4F44-BB61-3567CD4B1F92}" srcOrd="23" destOrd="0" presId="urn:microsoft.com/office/officeart/2005/8/layout/default"/>
    <dgm:cxn modelId="{DAF28AD5-7C9D-0749-9CA4-83D9EEE909D7}" type="presParOf" srcId="{82491BF8-5A62-FB45-8F04-294777352CD0}" destId="{4DAA555E-6FA9-9542-9306-C93D122378BA}" srcOrd="24" destOrd="0" presId="urn:microsoft.com/office/officeart/2005/8/layout/default"/>
    <dgm:cxn modelId="{65641CFC-6CC9-894F-A139-152F35B3DAB0}" type="presParOf" srcId="{82491BF8-5A62-FB45-8F04-294777352CD0}" destId="{7E3AC68F-70D7-ED40-9C37-02BD1BD065B5}" srcOrd="25" destOrd="0" presId="urn:microsoft.com/office/officeart/2005/8/layout/default"/>
    <dgm:cxn modelId="{5C3DEBB9-68B3-3E49-B2E5-60DC48588CF5}" type="presParOf" srcId="{82491BF8-5A62-FB45-8F04-294777352CD0}" destId="{8056BAA9-1D55-2B4F-964F-2C913303FE6D}" srcOrd="26" destOrd="0" presId="urn:microsoft.com/office/officeart/2005/8/layout/default"/>
    <dgm:cxn modelId="{45DE109D-4E77-A042-B149-A1C5228C757E}" type="presParOf" srcId="{82491BF8-5A62-FB45-8F04-294777352CD0}" destId="{DE18E03E-A4FE-304B-BA07-7F77288C0563}" srcOrd="27" destOrd="0" presId="urn:microsoft.com/office/officeart/2005/8/layout/default"/>
    <dgm:cxn modelId="{3275FD14-5816-F048-AB2E-A7A7272C26E4}" type="presParOf" srcId="{82491BF8-5A62-FB45-8F04-294777352CD0}" destId="{F6264C97-8192-B949-B5EC-BDC931299C58}" srcOrd="28" destOrd="0" presId="urn:microsoft.com/office/officeart/2005/8/layout/default"/>
    <dgm:cxn modelId="{D6C5D4A0-93FF-314A-8954-DBA3AE033D05}" type="presParOf" srcId="{82491BF8-5A62-FB45-8F04-294777352CD0}" destId="{8FEAE9B2-EDFD-8A46-B091-CBA0A02C219B}" srcOrd="29" destOrd="0" presId="urn:microsoft.com/office/officeart/2005/8/layout/default"/>
    <dgm:cxn modelId="{7055E689-1FD1-574B-9DDA-0E8B1449189D}" type="presParOf" srcId="{82491BF8-5A62-FB45-8F04-294777352CD0}" destId="{459D8F17-A858-6C43-8110-05F09AC210E6}" srcOrd="30" destOrd="0" presId="urn:microsoft.com/office/officeart/2005/8/layout/default"/>
    <dgm:cxn modelId="{5C54EE5D-2023-A34A-B7D3-89D15081E4F8}" type="presParOf" srcId="{82491BF8-5A62-FB45-8F04-294777352CD0}" destId="{388916D5-BBA9-B54F-9458-3C59ABFC1712}" srcOrd="31" destOrd="0" presId="urn:microsoft.com/office/officeart/2005/8/layout/default"/>
    <dgm:cxn modelId="{849E63CC-5076-1A4F-8898-CE49E1490382}" type="presParOf" srcId="{82491BF8-5A62-FB45-8F04-294777352CD0}" destId="{46E20FE7-4EAE-DC4E-8380-38CC55BE683A}" srcOrd="3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0407BC-14D9-46B8-B59C-DFB259213FB8}" type="doc">
      <dgm:prSet loTypeId="urn:microsoft.com/office/officeart/2005/8/layout/default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4B6E5C08-B45E-4D36-B2F3-7C572317C132}">
      <dgm:prSet/>
      <dgm:spPr/>
      <dgm:t>
        <a:bodyPr/>
        <a:lstStyle/>
        <a:p>
          <a:r>
            <a:rPr lang="de-DE"/>
            <a:t>What We Learned:</a:t>
          </a:r>
          <a:endParaRPr lang="en-US"/>
        </a:p>
      </dgm:t>
    </dgm:pt>
    <dgm:pt modelId="{9015EB9F-D217-4289-A93C-8E74441F60B4}" type="parTrans" cxnId="{45C61212-70EA-4D79-BE70-3C96A92EFB36}">
      <dgm:prSet/>
      <dgm:spPr/>
      <dgm:t>
        <a:bodyPr/>
        <a:lstStyle/>
        <a:p>
          <a:endParaRPr lang="en-US"/>
        </a:p>
      </dgm:t>
    </dgm:pt>
    <dgm:pt modelId="{50143208-D69E-43DC-9EF0-2EF6F2F42D00}" type="sibTrans" cxnId="{45C61212-70EA-4D79-BE70-3C96A92EFB36}">
      <dgm:prSet/>
      <dgm:spPr/>
      <dgm:t>
        <a:bodyPr/>
        <a:lstStyle/>
        <a:p>
          <a:endParaRPr lang="en-US"/>
        </a:p>
      </dgm:t>
    </dgm:pt>
    <dgm:pt modelId="{FB1C0963-1163-437E-B53C-B14C92F7CCE6}">
      <dgm:prSet/>
      <dgm:spPr/>
      <dgm:t>
        <a:bodyPr/>
        <a:lstStyle/>
        <a:p>
          <a:r>
            <a:rPr lang="de-DE"/>
            <a:t>• Data leakage detection is critical - Perfect predictors indicate flawed features</a:t>
          </a:r>
          <a:endParaRPr lang="en-US"/>
        </a:p>
      </dgm:t>
    </dgm:pt>
    <dgm:pt modelId="{19FBF594-4F0D-471B-8782-B661D9E8711E}" type="parTrans" cxnId="{D8C75EE6-CADA-4BCD-B728-E72CC52434BA}">
      <dgm:prSet/>
      <dgm:spPr/>
      <dgm:t>
        <a:bodyPr/>
        <a:lstStyle/>
        <a:p>
          <a:endParaRPr lang="en-US"/>
        </a:p>
      </dgm:t>
    </dgm:pt>
    <dgm:pt modelId="{08879416-6C2C-45D3-AE29-07F4B2AC8B43}" type="sibTrans" cxnId="{D8C75EE6-CADA-4BCD-B728-E72CC52434BA}">
      <dgm:prSet/>
      <dgm:spPr/>
      <dgm:t>
        <a:bodyPr/>
        <a:lstStyle/>
        <a:p>
          <a:endParaRPr lang="en-US"/>
        </a:p>
      </dgm:t>
    </dgm:pt>
    <dgm:pt modelId="{36638A4B-1362-436F-8206-D0607C54CD2C}">
      <dgm:prSet/>
      <dgm:spPr/>
      <dgm:t>
        <a:bodyPr/>
        <a:lstStyle/>
        <a:p>
          <a:r>
            <a:rPr lang="de-DE"/>
            <a:t>• High accuracy scores can be misleading and may signal overfitting</a:t>
          </a:r>
          <a:endParaRPr lang="en-US"/>
        </a:p>
      </dgm:t>
    </dgm:pt>
    <dgm:pt modelId="{DD51787B-8056-4544-911F-5C736B99D039}" type="parTrans" cxnId="{21301E5E-B60E-41AE-B99F-EA9AEBBD63C2}">
      <dgm:prSet/>
      <dgm:spPr/>
      <dgm:t>
        <a:bodyPr/>
        <a:lstStyle/>
        <a:p>
          <a:endParaRPr lang="en-US"/>
        </a:p>
      </dgm:t>
    </dgm:pt>
    <dgm:pt modelId="{341933E4-4D5F-47EF-AA26-73FC7CFDB185}" type="sibTrans" cxnId="{21301E5E-B60E-41AE-B99F-EA9AEBBD63C2}">
      <dgm:prSet/>
      <dgm:spPr/>
      <dgm:t>
        <a:bodyPr/>
        <a:lstStyle/>
        <a:p>
          <a:endParaRPr lang="en-US"/>
        </a:p>
      </dgm:t>
    </dgm:pt>
    <dgm:pt modelId="{895CAC0B-7745-42E8-82C8-DFF39F6FE6B2}">
      <dgm:prSet/>
      <dgm:spPr/>
      <dgm:t>
        <a:bodyPr/>
        <a:lstStyle/>
        <a:p>
          <a:r>
            <a:rPr lang="de-DE"/>
            <a:t>• TF-IDF captures keyword patterns while embeddings capture semantic meaning</a:t>
          </a:r>
          <a:endParaRPr lang="en-US"/>
        </a:p>
      </dgm:t>
    </dgm:pt>
    <dgm:pt modelId="{2739C867-7D77-4796-A9A1-50705EF4A7FA}" type="parTrans" cxnId="{84AD3F63-5DC3-4A51-A31C-41E64E8C4A9D}">
      <dgm:prSet/>
      <dgm:spPr/>
      <dgm:t>
        <a:bodyPr/>
        <a:lstStyle/>
        <a:p>
          <a:endParaRPr lang="en-US"/>
        </a:p>
      </dgm:t>
    </dgm:pt>
    <dgm:pt modelId="{51C31089-CC41-439B-A25E-B5361DA1AE0E}" type="sibTrans" cxnId="{84AD3F63-5DC3-4A51-A31C-41E64E8C4A9D}">
      <dgm:prSet/>
      <dgm:spPr/>
      <dgm:t>
        <a:bodyPr/>
        <a:lstStyle/>
        <a:p>
          <a:endParaRPr lang="en-US"/>
        </a:p>
      </dgm:t>
    </dgm:pt>
    <dgm:pt modelId="{7C93E974-263C-4376-B25E-4735883EFF53}">
      <dgm:prSet/>
      <dgm:spPr/>
      <dgm:t>
        <a:bodyPr/>
        <a:lstStyle/>
        <a:p>
          <a:r>
            <a:rPr lang="de-DE"/>
            <a:t>• Extensive text preprocessing is essential for NLP model performance</a:t>
          </a:r>
          <a:endParaRPr lang="en-US"/>
        </a:p>
      </dgm:t>
    </dgm:pt>
    <dgm:pt modelId="{9E7B920D-DDE9-49A2-A3DF-0D7BA6F18A23}" type="parTrans" cxnId="{68A15995-D406-4A5B-A091-F76C10DB8A87}">
      <dgm:prSet/>
      <dgm:spPr/>
      <dgm:t>
        <a:bodyPr/>
        <a:lstStyle/>
        <a:p>
          <a:endParaRPr lang="en-US"/>
        </a:p>
      </dgm:t>
    </dgm:pt>
    <dgm:pt modelId="{460BECFC-3EB1-4581-A01F-C72F4C066493}" type="sibTrans" cxnId="{68A15995-D406-4A5B-A091-F76C10DB8A87}">
      <dgm:prSet/>
      <dgm:spPr/>
      <dgm:t>
        <a:bodyPr/>
        <a:lstStyle/>
        <a:p>
          <a:endParaRPr lang="en-US"/>
        </a:p>
      </dgm:t>
    </dgm:pt>
    <dgm:pt modelId="{3D4FFE50-3843-4D79-9042-ABA3D7FFD9E3}">
      <dgm:prSet/>
      <dgm:spPr/>
      <dgm:t>
        <a:bodyPr/>
        <a:lstStyle/>
        <a:p>
          <a:r>
            <a:rPr lang="de-DE"/>
            <a:t>• Subject metadata can contain hidden biases that compromise model validity</a:t>
          </a:r>
          <a:endParaRPr lang="en-US"/>
        </a:p>
      </dgm:t>
    </dgm:pt>
    <dgm:pt modelId="{E788EE70-E5CE-4C1A-BB52-B2A4FD98BED9}" type="parTrans" cxnId="{D692343A-CE6B-4F29-A461-1F576DFB1F2B}">
      <dgm:prSet/>
      <dgm:spPr/>
      <dgm:t>
        <a:bodyPr/>
        <a:lstStyle/>
        <a:p>
          <a:endParaRPr lang="en-US"/>
        </a:p>
      </dgm:t>
    </dgm:pt>
    <dgm:pt modelId="{26FC1DDF-61F3-4023-9E10-1F654E9BDE4C}" type="sibTrans" cxnId="{D692343A-CE6B-4F29-A461-1F576DFB1F2B}">
      <dgm:prSet/>
      <dgm:spPr/>
      <dgm:t>
        <a:bodyPr/>
        <a:lstStyle/>
        <a:p>
          <a:endParaRPr lang="en-US"/>
        </a:p>
      </dgm:t>
    </dgm:pt>
    <dgm:pt modelId="{018AE4FD-ADBF-4E12-BE57-514271CF7EFE}">
      <dgm:prSet/>
      <dgm:spPr/>
      <dgm:t>
        <a:bodyPr/>
        <a:lstStyle/>
        <a:p>
          <a:r>
            <a:rPr lang="de-DE"/>
            <a:t>• Stratified sampling maintains label balance across train-test splits</a:t>
          </a:r>
          <a:endParaRPr lang="en-US"/>
        </a:p>
      </dgm:t>
    </dgm:pt>
    <dgm:pt modelId="{6FB908EF-3816-486C-8E8B-E384B3697D0C}" type="parTrans" cxnId="{E4BCC814-DA20-40FF-B09D-AD23C70EC844}">
      <dgm:prSet/>
      <dgm:spPr/>
      <dgm:t>
        <a:bodyPr/>
        <a:lstStyle/>
        <a:p>
          <a:endParaRPr lang="en-US"/>
        </a:p>
      </dgm:t>
    </dgm:pt>
    <dgm:pt modelId="{FED3E4EB-DBF0-42C5-A8CB-740CF7E06626}" type="sibTrans" cxnId="{E4BCC814-DA20-40FF-B09D-AD23C70EC844}">
      <dgm:prSet/>
      <dgm:spPr/>
      <dgm:t>
        <a:bodyPr/>
        <a:lstStyle/>
        <a:p>
          <a:endParaRPr lang="en-US"/>
        </a:p>
      </dgm:t>
    </dgm:pt>
    <dgm:pt modelId="{D6F469A1-A3BF-4DE4-9848-611F5EB80EBD}">
      <dgm:prSet/>
      <dgm:spPr/>
      <dgm:t>
        <a:bodyPr/>
        <a:lstStyle/>
        <a:p>
          <a:r>
            <a:rPr lang="de-DE"/>
            <a:t>For Future Projects:</a:t>
          </a:r>
          <a:endParaRPr lang="en-US"/>
        </a:p>
      </dgm:t>
    </dgm:pt>
    <dgm:pt modelId="{19F7A24A-2C53-4DBD-82F4-D58275489704}" type="parTrans" cxnId="{0E05FF25-5B0C-4C87-A2B3-7E72270CF981}">
      <dgm:prSet/>
      <dgm:spPr/>
      <dgm:t>
        <a:bodyPr/>
        <a:lstStyle/>
        <a:p>
          <a:endParaRPr lang="en-US"/>
        </a:p>
      </dgm:t>
    </dgm:pt>
    <dgm:pt modelId="{B7EEED42-309C-4BA3-A7BC-C4C023A1E595}" type="sibTrans" cxnId="{0E05FF25-5B0C-4C87-A2B3-7E72270CF981}">
      <dgm:prSet/>
      <dgm:spPr/>
      <dgm:t>
        <a:bodyPr/>
        <a:lstStyle/>
        <a:p>
          <a:endParaRPr lang="en-US"/>
        </a:p>
      </dgm:t>
    </dgm:pt>
    <dgm:pt modelId="{01EF7338-EE6D-4BC7-A50C-2207F0284AB2}">
      <dgm:prSet/>
      <dgm:spPr/>
      <dgm:t>
        <a:bodyPr/>
        <a:lstStyle/>
        <a:p>
          <a:r>
            <a:rPr lang="de-DE"/>
            <a:t>• Implement multiple evaluation approaches (TF-IDF vs embeddings)</a:t>
          </a:r>
          <a:endParaRPr lang="en-US"/>
        </a:p>
      </dgm:t>
    </dgm:pt>
    <dgm:pt modelId="{4AB15B26-8459-4F0D-B556-88001D1F9EE1}" type="parTrans" cxnId="{237BA687-15F1-48B6-9CC8-4D2B0495CC0E}">
      <dgm:prSet/>
      <dgm:spPr/>
      <dgm:t>
        <a:bodyPr/>
        <a:lstStyle/>
        <a:p>
          <a:endParaRPr lang="en-US"/>
        </a:p>
      </dgm:t>
    </dgm:pt>
    <dgm:pt modelId="{6B707B95-293A-4BB4-BAE8-F77F795A21EB}" type="sibTrans" cxnId="{237BA687-15F1-48B6-9CC8-4D2B0495CC0E}">
      <dgm:prSet/>
      <dgm:spPr/>
      <dgm:t>
        <a:bodyPr/>
        <a:lstStyle/>
        <a:p>
          <a:endParaRPr lang="en-US"/>
        </a:p>
      </dgm:t>
    </dgm:pt>
    <dgm:pt modelId="{21E98544-8702-402C-9942-9DCF505B58A3}">
      <dgm:prSet/>
      <dgm:spPr/>
      <dgm:t>
        <a:bodyPr/>
        <a:lstStyle/>
        <a:p>
          <a:r>
            <a:rPr lang="de-DE"/>
            <a:t>• Prioritize model interpretability and generalization over test accuracy</a:t>
          </a:r>
          <a:endParaRPr lang="en-US"/>
        </a:p>
      </dgm:t>
    </dgm:pt>
    <dgm:pt modelId="{36D62B31-669E-4C65-9354-36B63F8C39DE}" type="parTrans" cxnId="{28851D3C-708F-49F4-ABD1-6332EE18E26A}">
      <dgm:prSet/>
      <dgm:spPr/>
      <dgm:t>
        <a:bodyPr/>
        <a:lstStyle/>
        <a:p>
          <a:endParaRPr lang="en-US"/>
        </a:p>
      </dgm:t>
    </dgm:pt>
    <dgm:pt modelId="{E9FD5C88-5DF6-4FCE-BBD2-15360BF4682E}" type="sibTrans" cxnId="{28851D3C-708F-49F4-ABD1-6332EE18E26A}">
      <dgm:prSet/>
      <dgm:spPr/>
      <dgm:t>
        <a:bodyPr/>
        <a:lstStyle/>
        <a:p>
          <a:endParaRPr lang="en-US"/>
        </a:p>
      </dgm:t>
    </dgm:pt>
    <dgm:pt modelId="{D14F47E0-0FB3-447D-B194-EA5B36623B8C}">
      <dgm:prSet/>
      <dgm:spPr/>
      <dgm:t>
        <a:bodyPr/>
        <a:lstStyle/>
        <a:p>
          <a:r>
            <a:rPr lang="de-DE"/>
            <a:t>• Build comprehensive data quality checks into preprocessing pipeline</a:t>
          </a:r>
          <a:endParaRPr lang="en-US"/>
        </a:p>
      </dgm:t>
    </dgm:pt>
    <dgm:pt modelId="{8BF8517D-4F0F-4F66-B945-AE3693F1EF30}" type="parTrans" cxnId="{5C9ECAD4-8404-49BA-BAFF-674FE9A54774}">
      <dgm:prSet/>
      <dgm:spPr/>
      <dgm:t>
        <a:bodyPr/>
        <a:lstStyle/>
        <a:p>
          <a:endParaRPr lang="en-US"/>
        </a:p>
      </dgm:t>
    </dgm:pt>
    <dgm:pt modelId="{24005332-F642-49A5-B2A0-BC2FC46C5C68}" type="sibTrans" cxnId="{5C9ECAD4-8404-49BA-BAFF-674FE9A54774}">
      <dgm:prSet/>
      <dgm:spPr/>
      <dgm:t>
        <a:bodyPr/>
        <a:lstStyle/>
        <a:p>
          <a:endParaRPr lang="en-US"/>
        </a:p>
      </dgm:t>
    </dgm:pt>
    <dgm:pt modelId="{B744AB66-DE7A-4F77-B433-2ACFB6FEB498}">
      <dgm:prSet/>
      <dgm:spPr/>
      <dgm:t>
        <a:bodyPr/>
        <a:lstStyle/>
        <a:p>
          <a:r>
            <a:rPr lang="de-DE"/>
            <a:t>• Document preprocessing steps for reproducibility and debugging</a:t>
          </a:r>
          <a:endParaRPr lang="en-US"/>
        </a:p>
      </dgm:t>
    </dgm:pt>
    <dgm:pt modelId="{D22FCBA2-EA6C-446A-885D-CA74EEBD9E70}" type="parTrans" cxnId="{569AC461-028A-4D11-995A-A28679789141}">
      <dgm:prSet/>
      <dgm:spPr/>
      <dgm:t>
        <a:bodyPr/>
        <a:lstStyle/>
        <a:p>
          <a:endParaRPr lang="en-US"/>
        </a:p>
      </dgm:t>
    </dgm:pt>
    <dgm:pt modelId="{B111E4BB-B89B-4F90-9A00-78D2D1BBB25B}" type="sibTrans" cxnId="{569AC461-028A-4D11-995A-A28679789141}">
      <dgm:prSet/>
      <dgm:spPr/>
      <dgm:t>
        <a:bodyPr/>
        <a:lstStyle/>
        <a:p>
          <a:endParaRPr lang="en-US"/>
        </a:p>
      </dgm:t>
    </dgm:pt>
    <dgm:pt modelId="{8D3091DA-CB34-F643-A3B5-397167DEF8D7}" type="pres">
      <dgm:prSet presAssocID="{620407BC-14D9-46B8-B59C-DFB259213FB8}" presName="diagram" presStyleCnt="0">
        <dgm:presLayoutVars>
          <dgm:dir/>
          <dgm:resizeHandles val="exact"/>
        </dgm:presLayoutVars>
      </dgm:prSet>
      <dgm:spPr/>
    </dgm:pt>
    <dgm:pt modelId="{815FEEED-D573-2D42-A62E-0CD651367E9D}" type="pres">
      <dgm:prSet presAssocID="{4B6E5C08-B45E-4D36-B2F3-7C572317C132}" presName="node" presStyleLbl="node1" presStyleIdx="0" presStyleCnt="12">
        <dgm:presLayoutVars>
          <dgm:bulletEnabled val="1"/>
        </dgm:presLayoutVars>
      </dgm:prSet>
      <dgm:spPr/>
    </dgm:pt>
    <dgm:pt modelId="{50D1FA3B-A398-BF49-B3B3-0EB3560647CD}" type="pres">
      <dgm:prSet presAssocID="{50143208-D69E-43DC-9EF0-2EF6F2F42D00}" presName="sibTrans" presStyleCnt="0"/>
      <dgm:spPr/>
    </dgm:pt>
    <dgm:pt modelId="{463204EC-F08E-4E49-85DB-619DE36F8F00}" type="pres">
      <dgm:prSet presAssocID="{FB1C0963-1163-437E-B53C-B14C92F7CCE6}" presName="node" presStyleLbl="node1" presStyleIdx="1" presStyleCnt="12">
        <dgm:presLayoutVars>
          <dgm:bulletEnabled val="1"/>
        </dgm:presLayoutVars>
      </dgm:prSet>
      <dgm:spPr/>
    </dgm:pt>
    <dgm:pt modelId="{060ECCC8-4901-904E-8081-EEE74399F5A4}" type="pres">
      <dgm:prSet presAssocID="{08879416-6C2C-45D3-AE29-07F4B2AC8B43}" presName="sibTrans" presStyleCnt="0"/>
      <dgm:spPr/>
    </dgm:pt>
    <dgm:pt modelId="{C1FAE5D7-7108-0D4E-A31C-1B8C650198B9}" type="pres">
      <dgm:prSet presAssocID="{36638A4B-1362-436F-8206-D0607C54CD2C}" presName="node" presStyleLbl="node1" presStyleIdx="2" presStyleCnt="12">
        <dgm:presLayoutVars>
          <dgm:bulletEnabled val="1"/>
        </dgm:presLayoutVars>
      </dgm:prSet>
      <dgm:spPr/>
    </dgm:pt>
    <dgm:pt modelId="{A3BB66E3-50B5-8E42-96D4-0A511E68F7A3}" type="pres">
      <dgm:prSet presAssocID="{341933E4-4D5F-47EF-AA26-73FC7CFDB185}" presName="sibTrans" presStyleCnt="0"/>
      <dgm:spPr/>
    </dgm:pt>
    <dgm:pt modelId="{B6944329-69ED-494F-BF80-FBCC5E34321A}" type="pres">
      <dgm:prSet presAssocID="{895CAC0B-7745-42E8-82C8-DFF39F6FE6B2}" presName="node" presStyleLbl="node1" presStyleIdx="3" presStyleCnt="12">
        <dgm:presLayoutVars>
          <dgm:bulletEnabled val="1"/>
        </dgm:presLayoutVars>
      </dgm:prSet>
      <dgm:spPr/>
    </dgm:pt>
    <dgm:pt modelId="{1FC3D2B4-62C4-7D40-9F31-D597F16AB2E9}" type="pres">
      <dgm:prSet presAssocID="{51C31089-CC41-439B-A25E-B5361DA1AE0E}" presName="sibTrans" presStyleCnt="0"/>
      <dgm:spPr/>
    </dgm:pt>
    <dgm:pt modelId="{2E933B4C-A75C-4F46-B720-07F2F1157652}" type="pres">
      <dgm:prSet presAssocID="{7C93E974-263C-4376-B25E-4735883EFF53}" presName="node" presStyleLbl="node1" presStyleIdx="4" presStyleCnt="12">
        <dgm:presLayoutVars>
          <dgm:bulletEnabled val="1"/>
        </dgm:presLayoutVars>
      </dgm:prSet>
      <dgm:spPr/>
    </dgm:pt>
    <dgm:pt modelId="{A91369C5-8342-B743-AA9E-509E5D0AA17F}" type="pres">
      <dgm:prSet presAssocID="{460BECFC-3EB1-4581-A01F-C72F4C066493}" presName="sibTrans" presStyleCnt="0"/>
      <dgm:spPr/>
    </dgm:pt>
    <dgm:pt modelId="{7D2D793E-0423-E040-83C6-B52D381E0274}" type="pres">
      <dgm:prSet presAssocID="{3D4FFE50-3843-4D79-9042-ABA3D7FFD9E3}" presName="node" presStyleLbl="node1" presStyleIdx="5" presStyleCnt="12">
        <dgm:presLayoutVars>
          <dgm:bulletEnabled val="1"/>
        </dgm:presLayoutVars>
      </dgm:prSet>
      <dgm:spPr/>
    </dgm:pt>
    <dgm:pt modelId="{A72E672D-F9B9-174F-8295-8610F0E50CC3}" type="pres">
      <dgm:prSet presAssocID="{26FC1DDF-61F3-4023-9E10-1F654E9BDE4C}" presName="sibTrans" presStyleCnt="0"/>
      <dgm:spPr/>
    </dgm:pt>
    <dgm:pt modelId="{67A9B42B-0C97-6E45-9CF4-F6D0C008FFBB}" type="pres">
      <dgm:prSet presAssocID="{018AE4FD-ADBF-4E12-BE57-514271CF7EFE}" presName="node" presStyleLbl="node1" presStyleIdx="6" presStyleCnt="12">
        <dgm:presLayoutVars>
          <dgm:bulletEnabled val="1"/>
        </dgm:presLayoutVars>
      </dgm:prSet>
      <dgm:spPr/>
    </dgm:pt>
    <dgm:pt modelId="{5A8C2F7D-0F05-F642-A6E1-6FD11DE2FA5D}" type="pres">
      <dgm:prSet presAssocID="{FED3E4EB-DBF0-42C5-A8CB-740CF7E06626}" presName="sibTrans" presStyleCnt="0"/>
      <dgm:spPr/>
    </dgm:pt>
    <dgm:pt modelId="{F5B5F00A-C1CC-C44C-9C1B-121FD51E5CFC}" type="pres">
      <dgm:prSet presAssocID="{D6F469A1-A3BF-4DE4-9848-611F5EB80EBD}" presName="node" presStyleLbl="node1" presStyleIdx="7" presStyleCnt="12">
        <dgm:presLayoutVars>
          <dgm:bulletEnabled val="1"/>
        </dgm:presLayoutVars>
      </dgm:prSet>
      <dgm:spPr/>
    </dgm:pt>
    <dgm:pt modelId="{9E2F7491-892C-2040-8B46-FF4C36A6F9A1}" type="pres">
      <dgm:prSet presAssocID="{B7EEED42-309C-4BA3-A7BC-C4C023A1E595}" presName="sibTrans" presStyleCnt="0"/>
      <dgm:spPr/>
    </dgm:pt>
    <dgm:pt modelId="{A4B16B58-00EA-EE45-81F3-7041EF45770F}" type="pres">
      <dgm:prSet presAssocID="{01EF7338-EE6D-4BC7-A50C-2207F0284AB2}" presName="node" presStyleLbl="node1" presStyleIdx="8" presStyleCnt="12">
        <dgm:presLayoutVars>
          <dgm:bulletEnabled val="1"/>
        </dgm:presLayoutVars>
      </dgm:prSet>
      <dgm:spPr/>
    </dgm:pt>
    <dgm:pt modelId="{10C69150-13BD-7A4E-91DC-55A7C37BCE86}" type="pres">
      <dgm:prSet presAssocID="{6B707B95-293A-4BB4-BAE8-F77F795A21EB}" presName="sibTrans" presStyleCnt="0"/>
      <dgm:spPr/>
    </dgm:pt>
    <dgm:pt modelId="{758B3EFA-6766-1E41-A56A-0FB175E029C1}" type="pres">
      <dgm:prSet presAssocID="{21E98544-8702-402C-9942-9DCF505B58A3}" presName="node" presStyleLbl="node1" presStyleIdx="9" presStyleCnt="12">
        <dgm:presLayoutVars>
          <dgm:bulletEnabled val="1"/>
        </dgm:presLayoutVars>
      </dgm:prSet>
      <dgm:spPr/>
    </dgm:pt>
    <dgm:pt modelId="{2CDC6C41-5E22-1745-9812-8A618F76135F}" type="pres">
      <dgm:prSet presAssocID="{E9FD5C88-5DF6-4FCE-BBD2-15360BF4682E}" presName="sibTrans" presStyleCnt="0"/>
      <dgm:spPr/>
    </dgm:pt>
    <dgm:pt modelId="{B91C1065-055E-F945-B0C9-C92F3C7AAE15}" type="pres">
      <dgm:prSet presAssocID="{D14F47E0-0FB3-447D-B194-EA5B36623B8C}" presName="node" presStyleLbl="node1" presStyleIdx="10" presStyleCnt="12">
        <dgm:presLayoutVars>
          <dgm:bulletEnabled val="1"/>
        </dgm:presLayoutVars>
      </dgm:prSet>
      <dgm:spPr/>
    </dgm:pt>
    <dgm:pt modelId="{3CAF3645-37C5-2543-8C86-E448296E8C17}" type="pres">
      <dgm:prSet presAssocID="{24005332-F642-49A5-B2A0-BC2FC46C5C68}" presName="sibTrans" presStyleCnt="0"/>
      <dgm:spPr/>
    </dgm:pt>
    <dgm:pt modelId="{72E36A7C-F5B0-2444-849F-1F797F1F8237}" type="pres">
      <dgm:prSet presAssocID="{B744AB66-DE7A-4F77-B433-2ACFB6FEB498}" presName="node" presStyleLbl="node1" presStyleIdx="11" presStyleCnt="12">
        <dgm:presLayoutVars>
          <dgm:bulletEnabled val="1"/>
        </dgm:presLayoutVars>
      </dgm:prSet>
      <dgm:spPr/>
    </dgm:pt>
  </dgm:ptLst>
  <dgm:cxnLst>
    <dgm:cxn modelId="{45C61212-70EA-4D79-BE70-3C96A92EFB36}" srcId="{620407BC-14D9-46B8-B59C-DFB259213FB8}" destId="{4B6E5C08-B45E-4D36-B2F3-7C572317C132}" srcOrd="0" destOrd="0" parTransId="{9015EB9F-D217-4289-A93C-8E74441F60B4}" sibTransId="{50143208-D69E-43DC-9EF0-2EF6F2F42D00}"/>
    <dgm:cxn modelId="{E4BCC814-DA20-40FF-B09D-AD23C70EC844}" srcId="{620407BC-14D9-46B8-B59C-DFB259213FB8}" destId="{018AE4FD-ADBF-4E12-BE57-514271CF7EFE}" srcOrd="6" destOrd="0" parTransId="{6FB908EF-3816-486C-8E8B-E384B3697D0C}" sibTransId="{FED3E4EB-DBF0-42C5-A8CB-740CF7E06626}"/>
    <dgm:cxn modelId="{0E05FF25-5B0C-4C87-A2B3-7E72270CF981}" srcId="{620407BC-14D9-46B8-B59C-DFB259213FB8}" destId="{D6F469A1-A3BF-4DE4-9848-611F5EB80EBD}" srcOrd="7" destOrd="0" parTransId="{19F7A24A-2C53-4DBD-82F4-D58275489704}" sibTransId="{B7EEED42-309C-4BA3-A7BC-C4C023A1E595}"/>
    <dgm:cxn modelId="{EA04D32B-588B-4A4E-B4DD-7A1C2C94637C}" type="presOf" srcId="{B744AB66-DE7A-4F77-B433-2ACFB6FEB498}" destId="{72E36A7C-F5B0-2444-849F-1F797F1F8237}" srcOrd="0" destOrd="0" presId="urn:microsoft.com/office/officeart/2005/8/layout/default"/>
    <dgm:cxn modelId="{87BDDE30-934A-A14E-A4E2-7BCB28A6D83B}" type="presOf" srcId="{01EF7338-EE6D-4BC7-A50C-2207F0284AB2}" destId="{A4B16B58-00EA-EE45-81F3-7041EF45770F}" srcOrd="0" destOrd="0" presId="urn:microsoft.com/office/officeart/2005/8/layout/default"/>
    <dgm:cxn modelId="{DC728437-1218-3C4E-B641-D90FD12C5F8D}" type="presOf" srcId="{018AE4FD-ADBF-4E12-BE57-514271CF7EFE}" destId="{67A9B42B-0C97-6E45-9CF4-F6D0C008FFBB}" srcOrd="0" destOrd="0" presId="urn:microsoft.com/office/officeart/2005/8/layout/default"/>
    <dgm:cxn modelId="{D692343A-CE6B-4F29-A461-1F576DFB1F2B}" srcId="{620407BC-14D9-46B8-B59C-DFB259213FB8}" destId="{3D4FFE50-3843-4D79-9042-ABA3D7FFD9E3}" srcOrd="5" destOrd="0" parTransId="{E788EE70-E5CE-4C1A-BB52-B2A4FD98BED9}" sibTransId="{26FC1DDF-61F3-4023-9E10-1F654E9BDE4C}"/>
    <dgm:cxn modelId="{28851D3C-708F-49F4-ABD1-6332EE18E26A}" srcId="{620407BC-14D9-46B8-B59C-DFB259213FB8}" destId="{21E98544-8702-402C-9942-9DCF505B58A3}" srcOrd="9" destOrd="0" parTransId="{36D62B31-669E-4C65-9354-36B63F8C39DE}" sibTransId="{E9FD5C88-5DF6-4FCE-BBD2-15360BF4682E}"/>
    <dgm:cxn modelId="{573BAA55-644A-AF44-A6D6-391130720101}" type="presOf" srcId="{D14F47E0-0FB3-447D-B194-EA5B36623B8C}" destId="{B91C1065-055E-F945-B0C9-C92F3C7AAE15}" srcOrd="0" destOrd="0" presId="urn:microsoft.com/office/officeart/2005/8/layout/default"/>
    <dgm:cxn modelId="{B774BD57-BAC6-4449-86CF-A75C5CEFC42C}" type="presOf" srcId="{4B6E5C08-B45E-4D36-B2F3-7C572317C132}" destId="{815FEEED-D573-2D42-A62E-0CD651367E9D}" srcOrd="0" destOrd="0" presId="urn:microsoft.com/office/officeart/2005/8/layout/default"/>
    <dgm:cxn modelId="{21301E5E-B60E-41AE-B99F-EA9AEBBD63C2}" srcId="{620407BC-14D9-46B8-B59C-DFB259213FB8}" destId="{36638A4B-1362-436F-8206-D0607C54CD2C}" srcOrd="2" destOrd="0" parTransId="{DD51787B-8056-4544-911F-5C736B99D039}" sibTransId="{341933E4-4D5F-47EF-AA26-73FC7CFDB185}"/>
    <dgm:cxn modelId="{569AC461-028A-4D11-995A-A28679789141}" srcId="{620407BC-14D9-46B8-B59C-DFB259213FB8}" destId="{B744AB66-DE7A-4F77-B433-2ACFB6FEB498}" srcOrd="11" destOrd="0" parTransId="{D22FCBA2-EA6C-446A-885D-CA74EEBD9E70}" sibTransId="{B111E4BB-B89B-4F90-9A00-78D2D1BBB25B}"/>
    <dgm:cxn modelId="{84AD3F63-5DC3-4A51-A31C-41E64E8C4A9D}" srcId="{620407BC-14D9-46B8-B59C-DFB259213FB8}" destId="{895CAC0B-7745-42E8-82C8-DFF39F6FE6B2}" srcOrd="3" destOrd="0" parTransId="{2739C867-7D77-4796-A9A1-50705EF4A7FA}" sibTransId="{51C31089-CC41-439B-A25E-B5361DA1AE0E}"/>
    <dgm:cxn modelId="{47717366-C14A-164D-8C7A-44825BAECA3B}" type="presOf" srcId="{21E98544-8702-402C-9942-9DCF505B58A3}" destId="{758B3EFA-6766-1E41-A56A-0FB175E029C1}" srcOrd="0" destOrd="0" presId="urn:microsoft.com/office/officeart/2005/8/layout/default"/>
    <dgm:cxn modelId="{237BA687-15F1-48B6-9CC8-4D2B0495CC0E}" srcId="{620407BC-14D9-46B8-B59C-DFB259213FB8}" destId="{01EF7338-EE6D-4BC7-A50C-2207F0284AB2}" srcOrd="8" destOrd="0" parTransId="{4AB15B26-8459-4F0D-B556-88001D1F9EE1}" sibTransId="{6B707B95-293A-4BB4-BAE8-F77F795A21EB}"/>
    <dgm:cxn modelId="{ED7B9B8A-6700-7748-8DBC-688FB9064F55}" type="presOf" srcId="{FB1C0963-1163-437E-B53C-B14C92F7CCE6}" destId="{463204EC-F08E-4E49-85DB-619DE36F8F00}" srcOrd="0" destOrd="0" presId="urn:microsoft.com/office/officeart/2005/8/layout/default"/>
    <dgm:cxn modelId="{68A15995-D406-4A5B-A091-F76C10DB8A87}" srcId="{620407BC-14D9-46B8-B59C-DFB259213FB8}" destId="{7C93E974-263C-4376-B25E-4735883EFF53}" srcOrd="4" destOrd="0" parTransId="{9E7B920D-DDE9-49A2-A3DF-0D7BA6F18A23}" sibTransId="{460BECFC-3EB1-4581-A01F-C72F4C066493}"/>
    <dgm:cxn modelId="{45F56095-800F-2848-99A0-D03E0D1C6BE9}" type="presOf" srcId="{36638A4B-1362-436F-8206-D0607C54CD2C}" destId="{C1FAE5D7-7108-0D4E-A31C-1B8C650198B9}" srcOrd="0" destOrd="0" presId="urn:microsoft.com/office/officeart/2005/8/layout/default"/>
    <dgm:cxn modelId="{8EF364AB-4512-1D41-ACAD-5E224652C4E5}" type="presOf" srcId="{3D4FFE50-3843-4D79-9042-ABA3D7FFD9E3}" destId="{7D2D793E-0423-E040-83C6-B52D381E0274}" srcOrd="0" destOrd="0" presId="urn:microsoft.com/office/officeart/2005/8/layout/default"/>
    <dgm:cxn modelId="{19FB55CB-95F2-2448-9DD9-3F30DDE05D2C}" type="presOf" srcId="{7C93E974-263C-4376-B25E-4735883EFF53}" destId="{2E933B4C-A75C-4F46-B720-07F2F1157652}" srcOrd="0" destOrd="0" presId="urn:microsoft.com/office/officeart/2005/8/layout/default"/>
    <dgm:cxn modelId="{5C9ECAD4-8404-49BA-BAFF-674FE9A54774}" srcId="{620407BC-14D9-46B8-B59C-DFB259213FB8}" destId="{D14F47E0-0FB3-447D-B194-EA5B36623B8C}" srcOrd="10" destOrd="0" parTransId="{8BF8517D-4F0F-4F66-B945-AE3693F1EF30}" sibTransId="{24005332-F642-49A5-B2A0-BC2FC46C5C68}"/>
    <dgm:cxn modelId="{144F6BD6-1B9D-7C44-A6A4-2389C31F9904}" type="presOf" srcId="{895CAC0B-7745-42E8-82C8-DFF39F6FE6B2}" destId="{B6944329-69ED-494F-BF80-FBCC5E34321A}" srcOrd="0" destOrd="0" presId="urn:microsoft.com/office/officeart/2005/8/layout/default"/>
    <dgm:cxn modelId="{F520A9E5-D332-0B4F-93C5-29F553FEAA6F}" type="presOf" srcId="{D6F469A1-A3BF-4DE4-9848-611F5EB80EBD}" destId="{F5B5F00A-C1CC-C44C-9C1B-121FD51E5CFC}" srcOrd="0" destOrd="0" presId="urn:microsoft.com/office/officeart/2005/8/layout/default"/>
    <dgm:cxn modelId="{D8C75EE6-CADA-4BCD-B728-E72CC52434BA}" srcId="{620407BC-14D9-46B8-B59C-DFB259213FB8}" destId="{FB1C0963-1163-437E-B53C-B14C92F7CCE6}" srcOrd="1" destOrd="0" parTransId="{19FBF594-4F0D-471B-8782-B661D9E8711E}" sibTransId="{08879416-6C2C-45D3-AE29-07F4B2AC8B43}"/>
    <dgm:cxn modelId="{641E12FF-7F29-A94C-85B8-915F98D10F18}" type="presOf" srcId="{620407BC-14D9-46B8-B59C-DFB259213FB8}" destId="{8D3091DA-CB34-F643-A3B5-397167DEF8D7}" srcOrd="0" destOrd="0" presId="urn:microsoft.com/office/officeart/2005/8/layout/default"/>
    <dgm:cxn modelId="{65268999-C871-BF48-977B-B1B219A159A3}" type="presParOf" srcId="{8D3091DA-CB34-F643-A3B5-397167DEF8D7}" destId="{815FEEED-D573-2D42-A62E-0CD651367E9D}" srcOrd="0" destOrd="0" presId="urn:microsoft.com/office/officeart/2005/8/layout/default"/>
    <dgm:cxn modelId="{2FE30B25-9F4F-054D-8C7C-74B21A07AF8A}" type="presParOf" srcId="{8D3091DA-CB34-F643-A3B5-397167DEF8D7}" destId="{50D1FA3B-A398-BF49-B3B3-0EB3560647CD}" srcOrd="1" destOrd="0" presId="urn:microsoft.com/office/officeart/2005/8/layout/default"/>
    <dgm:cxn modelId="{C30D2730-D922-6C45-8A23-E8A2278660C0}" type="presParOf" srcId="{8D3091DA-CB34-F643-A3B5-397167DEF8D7}" destId="{463204EC-F08E-4E49-85DB-619DE36F8F00}" srcOrd="2" destOrd="0" presId="urn:microsoft.com/office/officeart/2005/8/layout/default"/>
    <dgm:cxn modelId="{C63FD5BB-27FC-AB49-8C02-A2E28616C93C}" type="presParOf" srcId="{8D3091DA-CB34-F643-A3B5-397167DEF8D7}" destId="{060ECCC8-4901-904E-8081-EEE74399F5A4}" srcOrd="3" destOrd="0" presId="urn:microsoft.com/office/officeart/2005/8/layout/default"/>
    <dgm:cxn modelId="{66278B2A-3918-4A49-94D7-B126A8E3ED7A}" type="presParOf" srcId="{8D3091DA-CB34-F643-A3B5-397167DEF8D7}" destId="{C1FAE5D7-7108-0D4E-A31C-1B8C650198B9}" srcOrd="4" destOrd="0" presId="urn:microsoft.com/office/officeart/2005/8/layout/default"/>
    <dgm:cxn modelId="{96900FC2-D241-2A48-A4DE-0D4D833FDF38}" type="presParOf" srcId="{8D3091DA-CB34-F643-A3B5-397167DEF8D7}" destId="{A3BB66E3-50B5-8E42-96D4-0A511E68F7A3}" srcOrd="5" destOrd="0" presId="urn:microsoft.com/office/officeart/2005/8/layout/default"/>
    <dgm:cxn modelId="{BAD0E32E-726D-2F45-A227-082212BC9F0A}" type="presParOf" srcId="{8D3091DA-CB34-F643-A3B5-397167DEF8D7}" destId="{B6944329-69ED-494F-BF80-FBCC5E34321A}" srcOrd="6" destOrd="0" presId="urn:microsoft.com/office/officeart/2005/8/layout/default"/>
    <dgm:cxn modelId="{B667EFFA-1BF7-C64B-BD98-C947AB1B47B2}" type="presParOf" srcId="{8D3091DA-CB34-F643-A3B5-397167DEF8D7}" destId="{1FC3D2B4-62C4-7D40-9F31-D597F16AB2E9}" srcOrd="7" destOrd="0" presId="urn:microsoft.com/office/officeart/2005/8/layout/default"/>
    <dgm:cxn modelId="{BC7F21D9-063F-144D-957A-B8A2CBB1EBB7}" type="presParOf" srcId="{8D3091DA-CB34-F643-A3B5-397167DEF8D7}" destId="{2E933B4C-A75C-4F46-B720-07F2F1157652}" srcOrd="8" destOrd="0" presId="urn:microsoft.com/office/officeart/2005/8/layout/default"/>
    <dgm:cxn modelId="{0A4DBEDD-0608-EF4B-996B-C125A3988954}" type="presParOf" srcId="{8D3091DA-CB34-F643-A3B5-397167DEF8D7}" destId="{A91369C5-8342-B743-AA9E-509E5D0AA17F}" srcOrd="9" destOrd="0" presId="urn:microsoft.com/office/officeart/2005/8/layout/default"/>
    <dgm:cxn modelId="{FCE119DF-49B9-A34A-9655-892529D44D4C}" type="presParOf" srcId="{8D3091DA-CB34-F643-A3B5-397167DEF8D7}" destId="{7D2D793E-0423-E040-83C6-B52D381E0274}" srcOrd="10" destOrd="0" presId="urn:microsoft.com/office/officeart/2005/8/layout/default"/>
    <dgm:cxn modelId="{1199574C-EDA0-894D-B9D2-82A605CFA193}" type="presParOf" srcId="{8D3091DA-CB34-F643-A3B5-397167DEF8D7}" destId="{A72E672D-F9B9-174F-8295-8610F0E50CC3}" srcOrd="11" destOrd="0" presId="urn:microsoft.com/office/officeart/2005/8/layout/default"/>
    <dgm:cxn modelId="{7BFCA406-6698-384D-AAF7-FB9D102BA24B}" type="presParOf" srcId="{8D3091DA-CB34-F643-A3B5-397167DEF8D7}" destId="{67A9B42B-0C97-6E45-9CF4-F6D0C008FFBB}" srcOrd="12" destOrd="0" presId="urn:microsoft.com/office/officeart/2005/8/layout/default"/>
    <dgm:cxn modelId="{8D1EB18D-2200-5849-81D9-FD5CBB18C9A8}" type="presParOf" srcId="{8D3091DA-CB34-F643-A3B5-397167DEF8D7}" destId="{5A8C2F7D-0F05-F642-A6E1-6FD11DE2FA5D}" srcOrd="13" destOrd="0" presId="urn:microsoft.com/office/officeart/2005/8/layout/default"/>
    <dgm:cxn modelId="{A3162778-DC65-7242-A85E-CF3E5F2F1089}" type="presParOf" srcId="{8D3091DA-CB34-F643-A3B5-397167DEF8D7}" destId="{F5B5F00A-C1CC-C44C-9C1B-121FD51E5CFC}" srcOrd="14" destOrd="0" presId="urn:microsoft.com/office/officeart/2005/8/layout/default"/>
    <dgm:cxn modelId="{73D2A85E-0A08-F240-9854-C06BF50F433D}" type="presParOf" srcId="{8D3091DA-CB34-F643-A3B5-397167DEF8D7}" destId="{9E2F7491-892C-2040-8B46-FF4C36A6F9A1}" srcOrd="15" destOrd="0" presId="urn:microsoft.com/office/officeart/2005/8/layout/default"/>
    <dgm:cxn modelId="{064FDC02-2B8D-5242-B56E-6F0D7477CA35}" type="presParOf" srcId="{8D3091DA-CB34-F643-A3B5-397167DEF8D7}" destId="{A4B16B58-00EA-EE45-81F3-7041EF45770F}" srcOrd="16" destOrd="0" presId="urn:microsoft.com/office/officeart/2005/8/layout/default"/>
    <dgm:cxn modelId="{B2E42389-629D-5148-ADF1-932D26DAC3F1}" type="presParOf" srcId="{8D3091DA-CB34-F643-A3B5-397167DEF8D7}" destId="{10C69150-13BD-7A4E-91DC-55A7C37BCE86}" srcOrd="17" destOrd="0" presId="urn:microsoft.com/office/officeart/2005/8/layout/default"/>
    <dgm:cxn modelId="{224C2B0E-6310-434B-B910-BA17E5F03B8F}" type="presParOf" srcId="{8D3091DA-CB34-F643-A3B5-397167DEF8D7}" destId="{758B3EFA-6766-1E41-A56A-0FB175E029C1}" srcOrd="18" destOrd="0" presId="urn:microsoft.com/office/officeart/2005/8/layout/default"/>
    <dgm:cxn modelId="{DDF67F94-5F9F-CD47-ACED-1646BF9341F9}" type="presParOf" srcId="{8D3091DA-CB34-F643-A3B5-397167DEF8D7}" destId="{2CDC6C41-5E22-1745-9812-8A618F76135F}" srcOrd="19" destOrd="0" presId="urn:microsoft.com/office/officeart/2005/8/layout/default"/>
    <dgm:cxn modelId="{0756D2BA-709B-4847-B605-491D6CBFBCD5}" type="presParOf" srcId="{8D3091DA-CB34-F643-A3B5-397167DEF8D7}" destId="{B91C1065-055E-F945-B0C9-C92F3C7AAE15}" srcOrd="20" destOrd="0" presId="urn:microsoft.com/office/officeart/2005/8/layout/default"/>
    <dgm:cxn modelId="{EFCB2A1D-95E4-5640-ACA7-C4A8EB6BCC1D}" type="presParOf" srcId="{8D3091DA-CB34-F643-A3B5-397167DEF8D7}" destId="{3CAF3645-37C5-2543-8C86-E448296E8C17}" srcOrd="21" destOrd="0" presId="urn:microsoft.com/office/officeart/2005/8/layout/default"/>
    <dgm:cxn modelId="{20EC6B32-826E-B64C-82ED-2FFBB296C21B}" type="presParOf" srcId="{8D3091DA-CB34-F643-A3B5-397167DEF8D7}" destId="{72E36A7C-F5B0-2444-849F-1F797F1F8237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4DA74-4FAE-ED41-87F7-46464B0FDD57}">
      <dsp:nvSpPr>
        <dsp:cNvPr id="0" name=""/>
        <dsp:cNvSpPr/>
      </dsp:nvSpPr>
      <dsp:spPr>
        <a:xfrm>
          <a:off x="1040" y="321662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MODEL TESTING &amp; EVALUATION</a:t>
          </a:r>
          <a:endParaRPr lang="en-US" sz="800" kern="1200"/>
        </a:p>
      </dsp:txBody>
      <dsp:txXfrm>
        <a:off x="1040" y="321662"/>
        <a:ext cx="1310541" cy="786324"/>
      </dsp:txXfrm>
    </dsp:sp>
    <dsp:sp modelId="{C90ABAFD-45FE-2547-8DD3-45E3C23A4D0A}">
      <dsp:nvSpPr>
        <dsp:cNvPr id="0" name=""/>
        <dsp:cNvSpPr/>
      </dsp:nvSpPr>
      <dsp:spPr>
        <a:xfrm>
          <a:off x="1442635" y="321662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Testing Methodology:</a:t>
          </a:r>
          <a:endParaRPr lang="en-US" sz="800" kern="1200"/>
        </a:p>
      </dsp:txBody>
      <dsp:txXfrm>
        <a:off x="1442635" y="321662"/>
        <a:ext cx="1310541" cy="786324"/>
      </dsp:txXfrm>
    </dsp:sp>
    <dsp:sp modelId="{BE6A30F4-DC98-3B41-AE44-210C7E98FD63}">
      <dsp:nvSpPr>
        <dsp:cNvPr id="0" name=""/>
        <dsp:cNvSpPr/>
      </dsp:nvSpPr>
      <dsp:spPr>
        <a:xfrm>
          <a:off x="2884231" y="321662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• Stratified 80/20 train-test split maintaining label balance</a:t>
          </a:r>
          <a:endParaRPr lang="en-US" sz="800" kern="1200"/>
        </a:p>
      </dsp:txBody>
      <dsp:txXfrm>
        <a:off x="2884231" y="321662"/>
        <a:ext cx="1310541" cy="786324"/>
      </dsp:txXfrm>
    </dsp:sp>
    <dsp:sp modelId="{D60CF269-56E5-0D43-B56D-075392F92458}">
      <dsp:nvSpPr>
        <dsp:cNvPr id="0" name=""/>
        <dsp:cNvSpPr/>
      </dsp:nvSpPr>
      <dsp:spPr>
        <a:xfrm>
          <a:off x="4325827" y="321662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 dirty="0"/>
            <a:t>• Multiple </a:t>
          </a:r>
          <a:r>
            <a:rPr lang="de-DE" sz="800" kern="1200" dirty="0" err="1"/>
            <a:t>metrics</a:t>
          </a:r>
          <a:r>
            <a:rPr lang="de-DE" sz="800" kern="1200" dirty="0"/>
            <a:t>: </a:t>
          </a:r>
          <a:r>
            <a:rPr lang="de-DE" sz="800" kern="1200" dirty="0" err="1"/>
            <a:t>Accuracy</a:t>
          </a:r>
          <a:r>
            <a:rPr lang="de-DE" sz="800" kern="1200" dirty="0"/>
            <a:t>, Precision, Recall, F1-Score, ROC AUC</a:t>
          </a:r>
          <a:endParaRPr lang="en-US" sz="800" kern="1200" dirty="0"/>
        </a:p>
      </dsp:txBody>
      <dsp:txXfrm>
        <a:off x="4325827" y="321662"/>
        <a:ext cx="1310541" cy="786324"/>
      </dsp:txXfrm>
    </dsp:sp>
    <dsp:sp modelId="{B40F7A7C-0B21-DE4F-8012-94B7FD6D8EF0}">
      <dsp:nvSpPr>
        <dsp:cNvPr id="0" name=""/>
        <dsp:cNvSpPr/>
      </dsp:nvSpPr>
      <dsp:spPr>
        <a:xfrm>
          <a:off x="5767422" y="321662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• Compared 4 algorithms: Logistic Regression, Random Forest, Naive Bayes, SVM</a:t>
          </a:r>
          <a:endParaRPr lang="en-US" sz="800" kern="1200"/>
        </a:p>
      </dsp:txBody>
      <dsp:txXfrm>
        <a:off x="5767422" y="321662"/>
        <a:ext cx="1310541" cy="786324"/>
      </dsp:txXfrm>
    </dsp:sp>
    <dsp:sp modelId="{52282AE9-F388-804A-B37C-03C85CD2723C}">
      <dsp:nvSpPr>
        <dsp:cNvPr id="0" name=""/>
        <dsp:cNvSpPr/>
      </dsp:nvSpPr>
      <dsp:spPr>
        <a:xfrm>
          <a:off x="7209018" y="321662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• Separate validation set with 5,200+ unseen articles</a:t>
          </a:r>
          <a:endParaRPr lang="en-US" sz="800" kern="1200"/>
        </a:p>
      </dsp:txBody>
      <dsp:txXfrm>
        <a:off x="7209018" y="321662"/>
        <a:ext cx="1310541" cy="786324"/>
      </dsp:txXfrm>
    </dsp:sp>
    <dsp:sp modelId="{8A004D43-F7C2-F24C-BDD8-0954225A368F}">
      <dsp:nvSpPr>
        <dsp:cNvPr id="0" name=""/>
        <dsp:cNvSpPr/>
      </dsp:nvSpPr>
      <dsp:spPr>
        <a:xfrm>
          <a:off x="1040" y="1239041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Key Concerns Identified:</a:t>
          </a:r>
          <a:endParaRPr lang="en-US" sz="800" kern="1200"/>
        </a:p>
      </dsp:txBody>
      <dsp:txXfrm>
        <a:off x="1040" y="1239041"/>
        <a:ext cx="1310541" cy="786324"/>
      </dsp:txXfrm>
    </dsp:sp>
    <dsp:sp modelId="{31D8E61D-6887-FC41-BDF4-1DB56E67DC8F}">
      <dsp:nvSpPr>
        <dsp:cNvPr id="0" name=""/>
        <dsp:cNvSpPr/>
      </dsp:nvSpPr>
      <dsp:spPr>
        <a:xfrm>
          <a:off x="1442635" y="1239041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• Data leakage: Subject column was perfect predictor - Removed</a:t>
          </a:r>
          <a:endParaRPr lang="en-US" sz="800" kern="1200"/>
        </a:p>
      </dsp:txBody>
      <dsp:txXfrm>
        <a:off x="1442635" y="1239041"/>
        <a:ext cx="1310541" cy="786324"/>
      </dsp:txXfrm>
    </dsp:sp>
    <dsp:sp modelId="{8F9236C1-4AD9-0E47-9E96-FEB1939CD8D2}">
      <dsp:nvSpPr>
        <dsp:cNvPr id="0" name=""/>
        <dsp:cNvSpPr/>
      </dsp:nvSpPr>
      <dsp:spPr>
        <a:xfrm>
          <a:off x="2884231" y="1239041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• Suspiciously high accuracy (98%+) indicating potential overfitting</a:t>
          </a:r>
          <a:endParaRPr lang="en-US" sz="800" kern="1200"/>
        </a:p>
      </dsp:txBody>
      <dsp:txXfrm>
        <a:off x="2884231" y="1239041"/>
        <a:ext cx="1310541" cy="786324"/>
      </dsp:txXfrm>
    </dsp:sp>
    <dsp:sp modelId="{E9FC2671-C51F-684A-873D-C916ED78FD80}">
      <dsp:nvSpPr>
        <dsp:cNvPr id="0" name=""/>
        <dsp:cNvSpPr/>
      </dsp:nvSpPr>
      <dsp:spPr>
        <a:xfrm>
          <a:off x="4325827" y="1239041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• TF-IDF may learn keyword patterns vs semantic understanding</a:t>
          </a:r>
          <a:endParaRPr lang="en-US" sz="800" kern="1200"/>
        </a:p>
      </dsp:txBody>
      <dsp:txXfrm>
        <a:off x="4325827" y="1239041"/>
        <a:ext cx="1310541" cy="786324"/>
      </dsp:txXfrm>
    </dsp:sp>
    <dsp:sp modelId="{9348C812-9428-9649-AE77-89EF4016A806}">
      <dsp:nvSpPr>
        <dsp:cNvPr id="0" name=""/>
        <dsp:cNvSpPr/>
      </dsp:nvSpPr>
      <dsp:spPr>
        <a:xfrm>
          <a:off x="5767422" y="1239041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• Vulnerability to adversarial attacks through keyword manipulation</a:t>
          </a:r>
          <a:endParaRPr lang="en-US" sz="800" kern="1200"/>
        </a:p>
      </dsp:txBody>
      <dsp:txXfrm>
        <a:off x="5767422" y="1239041"/>
        <a:ext cx="1310541" cy="786324"/>
      </dsp:txXfrm>
    </dsp:sp>
    <dsp:sp modelId="{5BF18C28-F4E8-BC4A-BA61-525630013AE5}">
      <dsp:nvSpPr>
        <dsp:cNvPr id="0" name=""/>
        <dsp:cNvSpPr/>
      </dsp:nvSpPr>
      <dsp:spPr>
        <a:xfrm>
          <a:off x="7209018" y="1239041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Deployment Status:</a:t>
          </a:r>
          <a:endParaRPr lang="en-US" sz="800" kern="1200"/>
        </a:p>
      </dsp:txBody>
      <dsp:txXfrm>
        <a:off x="7209018" y="1239041"/>
        <a:ext cx="1310541" cy="786324"/>
      </dsp:txXfrm>
    </dsp:sp>
    <dsp:sp modelId="{4DAA555E-6FA9-9542-9306-C93D122378BA}">
      <dsp:nvSpPr>
        <dsp:cNvPr id="0" name=""/>
        <dsp:cNvSpPr/>
      </dsp:nvSpPr>
      <dsp:spPr>
        <a:xfrm>
          <a:off x="721837" y="2156420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Models saved (.pkl files) with preprocessing pipeline</a:t>
          </a:r>
          <a:endParaRPr lang="en-US" sz="800" kern="1200"/>
        </a:p>
      </dsp:txBody>
      <dsp:txXfrm>
        <a:off x="721837" y="2156420"/>
        <a:ext cx="1310541" cy="786324"/>
      </dsp:txXfrm>
    </dsp:sp>
    <dsp:sp modelId="{8056BAA9-1D55-2B4F-964F-2C913303FE6D}">
      <dsp:nvSpPr>
        <dsp:cNvPr id="0" name=""/>
        <dsp:cNvSpPr/>
      </dsp:nvSpPr>
      <dsp:spPr>
        <a:xfrm>
          <a:off x="2163433" y="2156420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End-to-end prediction workflow demonstrated</a:t>
          </a:r>
          <a:endParaRPr lang="en-US" sz="800" kern="1200"/>
        </a:p>
      </dsp:txBody>
      <dsp:txXfrm>
        <a:off x="2163433" y="2156420"/>
        <a:ext cx="1310541" cy="786324"/>
      </dsp:txXfrm>
    </dsp:sp>
    <dsp:sp modelId="{F6264C97-8192-B949-B5EC-BDC931299C58}">
      <dsp:nvSpPr>
        <dsp:cNvPr id="0" name=""/>
        <dsp:cNvSpPr/>
      </dsp:nvSpPr>
      <dsp:spPr>
        <a:xfrm>
          <a:off x="3605029" y="2156420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Reproducible results with documented processes</a:t>
          </a:r>
          <a:endParaRPr lang="en-US" sz="800" kern="1200"/>
        </a:p>
      </dsp:txBody>
      <dsp:txXfrm>
        <a:off x="3605029" y="2156420"/>
        <a:ext cx="1310541" cy="786324"/>
      </dsp:txXfrm>
    </dsp:sp>
    <dsp:sp modelId="{459D8F17-A858-6C43-8110-05F09AC210E6}">
      <dsp:nvSpPr>
        <dsp:cNvPr id="0" name=""/>
        <dsp:cNvSpPr/>
      </dsp:nvSpPr>
      <dsp:spPr>
        <a:xfrm>
          <a:off x="5046624" y="2156420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Production-ready validation_predictions.csv generated</a:t>
          </a:r>
          <a:endParaRPr lang="en-US" sz="800" kern="1200"/>
        </a:p>
      </dsp:txBody>
      <dsp:txXfrm>
        <a:off x="5046624" y="2156420"/>
        <a:ext cx="1310541" cy="786324"/>
      </dsp:txXfrm>
    </dsp:sp>
    <dsp:sp modelId="{46E20FE7-4EAE-DC4E-8380-38CC55BE683A}">
      <dsp:nvSpPr>
        <dsp:cNvPr id="0" name=""/>
        <dsp:cNvSpPr/>
      </dsp:nvSpPr>
      <dsp:spPr>
        <a:xfrm>
          <a:off x="6488220" y="2156420"/>
          <a:ext cx="1310541" cy="7863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kern="1200"/>
            <a:t>Question: Embedding approach preferred for production due to better generalization despite lower test scores?!?</a:t>
          </a:r>
          <a:endParaRPr lang="en-US" sz="800" kern="1200"/>
        </a:p>
      </dsp:txBody>
      <dsp:txXfrm>
        <a:off x="6488220" y="2156420"/>
        <a:ext cx="1310541" cy="7863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FEEED-D573-2D42-A62E-0CD651367E9D}">
      <dsp:nvSpPr>
        <dsp:cNvPr id="0" name=""/>
        <dsp:cNvSpPr/>
      </dsp:nvSpPr>
      <dsp:spPr>
        <a:xfrm>
          <a:off x="753873" y="1307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What We Learned:</a:t>
          </a:r>
          <a:endParaRPr lang="en-US" sz="1300" kern="1200"/>
        </a:p>
      </dsp:txBody>
      <dsp:txXfrm>
        <a:off x="753873" y="1307"/>
        <a:ext cx="1630896" cy="978537"/>
      </dsp:txXfrm>
    </dsp:sp>
    <dsp:sp modelId="{463204EC-F08E-4E49-85DB-619DE36F8F00}">
      <dsp:nvSpPr>
        <dsp:cNvPr id="0" name=""/>
        <dsp:cNvSpPr/>
      </dsp:nvSpPr>
      <dsp:spPr>
        <a:xfrm>
          <a:off x="2547859" y="1307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• Data leakage detection is critical - Perfect predictors indicate flawed features</a:t>
          </a:r>
          <a:endParaRPr lang="en-US" sz="1300" kern="1200"/>
        </a:p>
      </dsp:txBody>
      <dsp:txXfrm>
        <a:off x="2547859" y="1307"/>
        <a:ext cx="1630896" cy="978537"/>
      </dsp:txXfrm>
    </dsp:sp>
    <dsp:sp modelId="{C1FAE5D7-7108-0D4E-A31C-1B8C650198B9}">
      <dsp:nvSpPr>
        <dsp:cNvPr id="0" name=""/>
        <dsp:cNvSpPr/>
      </dsp:nvSpPr>
      <dsp:spPr>
        <a:xfrm>
          <a:off x="4341844" y="1307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• High accuracy scores can be misleading and may signal overfitting</a:t>
          </a:r>
          <a:endParaRPr lang="en-US" sz="1300" kern="1200"/>
        </a:p>
      </dsp:txBody>
      <dsp:txXfrm>
        <a:off x="4341844" y="1307"/>
        <a:ext cx="1630896" cy="978537"/>
      </dsp:txXfrm>
    </dsp:sp>
    <dsp:sp modelId="{B6944329-69ED-494F-BF80-FBCC5E34321A}">
      <dsp:nvSpPr>
        <dsp:cNvPr id="0" name=""/>
        <dsp:cNvSpPr/>
      </dsp:nvSpPr>
      <dsp:spPr>
        <a:xfrm>
          <a:off x="6135830" y="1307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• TF-IDF captures keyword patterns while embeddings capture semantic meaning</a:t>
          </a:r>
          <a:endParaRPr lang="en-US" sz="1300" kern="1200"/>
        </a:p>
      </dsp:txBody>
      <dsp:txXfrm>
        <a:off x="6135830" y="1307"/>
        <a:ext cx="1630896" cy="978537"/>
      </dsp:txXfrm>
    </dsp:sp>
    <dsp:sp modelId="{2E933B4C-A75C-4F46-B720-07F2F1157652}">
      <dsp:nvSpPr>
        <dsp:cNvPr id="0" name=""/>
        <dsp:cNvSpPr/>
      </dsp:nvSpPr>
      <dsp:spPr>
        <a:xfrm>
          <a:off x="753873" y="1142935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• Extensive text preprocessing is essential for NLP model performance</a:t>
          </a:r>
          <a:endParaRPr lang="en-US" sz="1300" kern="1200"/>
        </a:p>
      </dsp:txBody>
      <dsp:txXfrm>
        <a:off x="753873" y="1142935"/>
        <a:ext cx="1630896" cy="978537"/>
      </dsp:txXfrm>
    </dsp:sp>
    <dsp:sp modelId="{7D2D793E-0423-E040-83C6-B52D381E0274}">
      <dsp:nvSpPr>
        <dsp:cNvPr id="0" name=""/>
        <dsp:cNvSpPr/>
      </dsp:nvSpPr>
      <dsp:spPr>
        <a:xfrm>
          <a:off x="2547859" y="1142935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• Subject metadata can contain hidden biases that compromise model validity</a:t>
          </a:r>
          <a:endParaRPr lang="en-US" sz="1300" kern="1200"/>
        </a:p>
      </dsp:txBody>
      <dsp:txXfrm>
        <a:off x="2547859" y="1142935"/>
        <a:ext cx="1630896" cy="978537"/>
      </dsp:txXfrm>
    </dsp:sp>
    <dsp:sp modelId="{67A9B42B-0C97-6E45-9CF4-F6D0C008FFBB}">
      <dsp:nvSpPr>
        <dsp:cNvPr id="0" name=""/>
        <dsp:cNvSpPr/>
      </dsp:nvSpPr>
      <dsp:spPr>
        <a:xfrm>
          <a:off x="4341844" y="1142935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• Stratified sampling maintains label balance across train-test splits</a:t>
          </a:r>
          <a:endParaRPr lang="en-US" sz="1300" kern="1200"/>
        </a:p>
      </dsp:txBody>
      <dsp:txXfrm>
        <a:off x="4341844" y="1142935"/>
        <a:ext cx="1630896" cy="978537"/>
      </dsp:txXfrm>
    </dsp:sp>
    <dsp:sp modelId="{F5B5F00A-C1CC-C44C-9C1B-121FD51E5CFC}">
      <dsp:nvSpPr>
        <dsp:cNvPr id="0" name=""/>
        <dsp:cNvSpPr/>
      </dsp:nvSpPr>
      <dsp:spPr>
        <a:xfrm>
          <a:off x="6135830" y="1142935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For Future Projects:</a:t>
          </a:r>
          <a:endParaRPr lang="en-US" sz="1300" kern="1200"/>
        </a:p>
      </dsp:txBody>
      <dsp:txXfrm>
        <a:off x="6135830" y="1142935"/>
        <a:ext cx="1630896" cy="978537"/>
      </dsp:txXfrm>
    </dsp:sp>
    <dsp:sp modelId="{A4B16B58-00EA-EE45-81F3-7041EF45770F}">
      <dsp:nvSpPr>
        <dsp:cNvPr id="0" name=""/>
        <dsp:cNvSpPr/>
      </dsp:nvSpPr>
      <dsp:spPr>
        <a:xfrm>
          <a:off x="753873" y="2284562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• Implement multiple evaluation approaches (TF-IDF vs embeddings)</a:t>
          </a:r>
          <a:endParaRPr lang="en-US" sz="1300" kern="1200"/>
        </a:p>
      </dsp:txBody>
      <dsp:txXfrm>
        <a:off x="753873" y="2284562"/>
        <a:ext cx="1630896" cy="978537"/>
      </dsp:txXfrm>
    </dsp:sp>
    <dsp:sp modelId="{758B3EFA-6766-1E41-A56A-0FB175E029C1}">
      <dsp:nvSpPr>
        <dsp:cNvPr id="0" name=""/>
        <dsp:cNvSpPr/>
      </dsp:nvSpPr>
      <dsp:spPr>
        <a:xfrm>
          <a:off x="2547859" y="2284562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• Prioritize model interpretability and generalization over test accuracy</a:t>
          </a:r>
          <a:endParaRPr lang="en-US" sz="1300" kern="1200"/>
        </a:p>
      </dsp:txBody>
      <dsp:txXfrm>
        <a:off x="2547859" y="2284562"/>
        <a:ext cx="1630896" cy="978537"/>
      </dsp:txXfrm>
    </dsp:sp>
    <dsp:sp modelId="{B91C1065-055E-F945-B0C9-C92F3C7AAE15}">
      <dsp:nvSpPr>
        <dsp:cNvPr id="0" name=""/>
        <dsp:cNvSpPr/>
      </dsp:nvSpPr>
      <dsp:spPr>
        <a:xfrm>
          <a:off x="4341844" y="2284562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• Build comprehensive data quality checks into preprocessing pipeline</a:t>
          </a:r>
          <a:endParaRPr lang="en-US" sz="1300" kern="1200"/>
        </a:p>
      </dsp:txBody>
      <dsp:txXfrm>
        <a:off x="4341844" y="2284562"/>
        <a:ext cx="1630896" cy="978537"/>
      </dsp:txXfrm>
    </dsp:sp>
    <dsp:sp modelId="{72E36A7C-F5B0-2444-849F-1F797F1F8237}">
      <dsp:nvSpPr>
        <dsp:cNvPr id="0" name=""/>
        <dsp:cNvSpPr/>
      </dsp:nvSpPr>
      <dsp:spPr>
        <a:xfrm>
          <a:off x="6135830" y="2284562"/>
          <a:ext cx="1630896" cy="9785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• Document preprocessing steps for reproducibility and debugging</a:t>
          </a:r>
          <a:endParaRPr lang="en-US" sz="1300" kern="1200"/>
        </a:p>
      </dsp:txBody>
      <dsp:txXfrm>
        <a:off x="6135830" y="2284562"/>
        <a:ext cx="1630896" cy="9785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5471b96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5471b96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335f815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335f815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335f815e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335f815e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BFE35BB-CF07-2966-9003-98957271C1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752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UMG Internal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NLP Project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13/11/2025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09350"/>
            <a:ext cx="760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de-DE" dirty="0"/>
              <a:t>SVM </a:t>
            </a:r>
            <a:r>
              <a:rPr lang="en" sz="2000" b="1" dirty="0"/>
              <a:t>(</a:t>
            </a:r>
            <a:r>
              <a:rPr lang="de-DE" dirty="0" err="1"/>
              <a:t>Accuracy</a:t>
            </a:r>
            <a:r>
              <a:rPr lang="de-DE" dirty="0"/>
              <a:t>: 0.9345, F1-Score: 0.9354</a:t>
            </a:r>
            <a:r>
              <a:rPr lang="en" sz="2000" b="1" dirty="0"/>
              <a:t>)</a:t>
            </a:r>
            <a:endParaRPr sz="2000" b="1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744450"/>
            <a:ext cx="4070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Pipeline Steps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Accuracy, F1 Score, Precision, Recall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3275650"/>
            <a:ext cx="5856900" cy="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de-DE" dirty="0" err="1"/>
              <a:t>Logistic</a:t>
            </a:r>
            <a:r>
              <a:rPr lang="de-DE" dirty="0"/>
              <a:t> Regression</a:t>
            </a:r>
            <a:r>
              <a:rPr lang="en" sz="1400" dirty="0"/>
              <a:t> (</a:t>
            </a:r>
            <a:r>
              <a:rPr lang="de-DE" dirty="0" err="1"/>
              <a:t>Accuracy</a:t>
            </a:r>
            <a:r>
              <a:rPr lang="de-DE" dirty="0"/>
              <a:t>: 0.93</a:t>
            </a:r>
            <a:r>
              <a:rPr lang="en" sz="1400" dirty="0"/>
              <a:t>), </a:t>
            </a:r>
            <a:r>
              <a:rPr lang="de-DE" dirty="0"/>
              <a:t>F1-Score: 0.94</a:t>
            </a:r>
            <a:endParaRPr sz="1400" dirty="0"/>
          </a:p>
          <a:p>
            <a:pPr marL="0" lvl="0" indent="0">
              <a:spcBef>
                <a:spcPts val="1200"/>
              </a:spcBef>
              <a:buNone/>
            </a:pPr>
            <a:r>
              <a:rPr lang="de-DE" dirty="0"/>
              <a:t>Random Forest </a:t>
            </a:r>
            <a:r>
              <a:rPr lang="en" sz="1400" dirty="0"/>
              <a:t>(</a:t>
            </a:r>
            <a:r>
              <a:rPr lang="de-DE" dirty="0" err="1"/>
              <a:t>Accuracy</a:t>
            </a:r>
            <a:r>
              <a:rPr lang="de-DE" dirty="0"/>
              <a:t>: 0.91</a:t>
            </a:r>
            <a:r>
              <a:rPr lang="en" sz="1400" dirty="0"/>
              <a:t>), </a:t>
            </a:r>
            <a:r>
              <a:rPr lang="de-DE" dirty="0"/>
              <a:t>F1-Score: 0.91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de-DE" dirty="0"/>
              <a:t>Naive Bayes</a:t>
            </a:r>
            <a:r>
              <a:rPr lang="en" sz="1400" dirty="0"/>
              <a:t> (</a:t>
            </a:r>
            <a:r>
              <a:rPr lang="de-DE" dirty="0" err="1"/>
              <a:t>Accuracy</a:t>
            </a:r>
            <a:r>
              <a:rPr lang="de-DE" dirty="0"/>
              <a:t>: 0.82</a:t>
            </a:r>
            <a:r>
              <a:rPr lang="en" sz="1400" dirty="0"/>
              <a:t>), </a:t>
            </a:r>
            <a:r>
              <a:rPr lang="de-DE" dirty="0"/>
              <a:t>F1-Score: 0.83</a:t>
            </a:r>
            <a:endParaRPr sz="14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53EBFE-D2CD-1DF5-1F07-87AB47F03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0" y="177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Select title and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text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only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Preprocess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text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(clean,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tokenize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Combine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single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string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Generate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text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Average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300-dimensional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document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vector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b="1"/>
              <a:t>Validation and Deployment</a:t>
            </a:r>
          </a:p>
        </p:txBody>
      </p:sp>
      <p:graphicFrame>
        <p:nvGraphicFramePr>
          <p:cNvPr id="70" name="Google Shape;68;p15">
            <a:extLst>
              <a:ext uri="{FF2B5EF4-FFF2-40B4-BE49-F238E27FC236}">
                <a16:creationId xmlns:a16="http://schemas.microsoft.com/office/drawing/2014/main" id="{93EBA946-37E4-64B1-C30D-06C1EBC725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1506238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b="1"/>
              <a:t>Learning Takeaways</a:t>
            </a:r>
          </a:p>
        </p:txBody>
      </p:sp>
      <p:graphicFrame>
        <p:nvGraphicFramePr>
          <p:cNvPr id="78" name="Google Shape;76;p16">
            <a:extLst>
              <a:ext uri="{FF2B5EF4-FFF2-40B4-BE49-F238E27FC236}">
                <a16:creationId xmlns:a16="http://schemas.microsoft.com/office/drawing/2014/main" id="{E73407FE-858A-1FDB-A4DD-50AEF56E05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4796679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f111122-4f38-4e55-8b6a-4d39800b42cd}" enabled="1" method="Standard" siteId="{bbcb6b2f-8c7c-4e24-86e4-6c36fed00b7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Macintosh PowerPoint</Application>
  <PresentationFormat>Bildschirmpräsentation (16:9)</PresentationFormat>
  <Paragraphs>51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Aptos</vt:lpstr>
      <vt:lpstr>Arial</vt:lpstr>
      <vt:lpstr>Simple Light</vt:lpstr>
      <vt:lpstr>NLP Project</vt:lpstr>
      <vt:lpstr>SVM (Accuracy: 0.9345, F1-Score: 0.9354)</vt:lpstr>
      <vt:lpstr>Validation and Deployment</vt:lpstr>
      <vt:lpstr>Learning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Smith, Nadav</cp:lastModifiedBy>
  <cp:revision>2</cp:revision>
  <dcterms:modified xsi:type="dcterms:W3CDTF">2025-11-15T15:33:07Z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Simple Light:3</vt:lpwstr>
  </property>
  <property fmtid="{D5CDD505-2E9C-101B-9397-08002B2CF9AE}" pid="3" name="ClassificationContentMarkingFooterText">
    <vt:lpwstr>UMG Internal</vt:lpwstr>
  </property>
</Properties>
</file>